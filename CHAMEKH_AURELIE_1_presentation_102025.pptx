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4"/>
  </p:notesMasterIdLst>
  <p:sldIdLst>
    <p:sldId id="256" r:id="rId3"/>
    <p:sldId id="257" r:id="rId4"/>
    <p:sldId id="258" r:id="rId5"/>
    <p:sldId id="270" r:id="rId6"/>
    <p:sldId id="266" r:id="rId7"/>
    <p:sldId id="267" r:id="rId8"/>
    <p:sldId id="268" r:id="rId9"/>
    <p:sldId id="265" r:id="rId10"/>
    <p:sldId id="259" r:id="rId11"/>
    <p:sldId id="260" r:id="rId12"/>
    <p:sldId id="26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79591EA7-DEF3-4394-9575-1FFF40CA0A50}">
          <p14:sldIdLst>
            <p14:sldId id="256"/>
            <p14:sldId id="257"/>
            <p14:sldId id="258"/>
          </p14:sldIdLst>
        </p14:section>
        <p14:section name="Section récapitulative" id="{F9BC1BF7-12DE-403D-B868-F9F3595C2402}">
          <p14:sldIdLst>
            <p14:sldId id="270"/>
          </p14:sldIdLst>
        </p14:section>
        <p14:section name="PSC  : mONDE" id="{FFFA9565-7ED2-4E10-AFB2-B1921C88FA65}">
          <p14:sldIdLst>
            <p14:sldId id="266"/>
          </p14:sldIdLst>
        </p14:section>
        <p14:section name="Psc : continent" id="{39F95C64-EEAB-4806-B6B2-667C7E0B69C0}">
          <p14:sldIdLst>
            <p14:sldId id="267"/>
          </p14:sldIdLst>
        </p14:section>
        <p14:section name="Psc : national" id="{744EFF71-B639-444C-8853-653D60DACB03}">
          <p14:sldIdLst>
            <p14:sldId id="268"/>
            <p14:sldId id="265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EB359D-F09C-4264-ACFA-72B4E154CEC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921DC242-6C73-44B3-9171-3975A7C01113}">
      <dgm:prSet phldrT="[Texte]" phldr="0" custT="1"/>
      <dgm:spPr/>
      <dgm:t>
        <a:bodyPr/>
        <a:lstStyle/>
        <a:p>
          <a:r>
            <a:rPr lang="fr-FR" sz="2800" dirty="0"/>
            <a:t>Création de services d’accès à l’eau potable</a:t>
          </a:r>
        </a:p>
      </dgm:t>
    </dgm:pt>
    <dgm:pt modelId="{757579BB-EE22-4B6D-ABD6-E615F53492F0}" type="parTrans" cxnId="{78E5FD28-94E1-4998-A9EA-E23CD0E13AEF}">
      <dgm:prSet/>
      <dgm:spPr/>
      <dgm:t>
        <a:bodyPr/>
        <a:lstStyle/>
        <a:p>
          <a:endParaRPr lang="fr-FR"/>
        </a:p>
      </dgm:t>
    </dgm:pt>
    <dgm:pt modelId="{220E6F1B-1AE9-450F-81CD-E06A240535E7}" type="sibTrans" cxnId="{78E5FD28-94E1-4998-A9EA-E23CD0E13AEF}">
      <dgm:prSet/>
      <dgm:spPr/>
      <dgm:t>
        <a:bodyPr/>
        <a:lstStyle/>
        <a:p>
          <a:endParaRPr lang="fr-FR"/>
        </a:p>
      </dgm:t>
    </dgm:pt>
    <dgm:pt modelId="{47EF419B-11AD-4FF1-A706-238B91CFB976}">
      <dgm:prSet phldrT="[Texte]" phldr="0" custT="1"/>
      <dgm:spPr/>
      <dgm:t>
        <a:bodyPr/>
        <a:lstStyle/>
        <a:p>
          <a:r>
            <a:rPr lang="fr-FR" sz="2800" dirty="0"/>
            <a:t>Modernisation des services d’accès à l’eau déjà existant</a:t>
          </a:r>
        </a:p>
      </dgm:t>
    </dgm:pt>
    <dgm:pt modelId="{676F6AE1-7C8D-4089-B155-04F148B953A6}" type="parTrans" cxnId="{05269A57-7B1C-4CD5-B9B7-D0D35D32E405}">
      <dgm:prSet/>
      <dgm:spPr/>
      <dgm:t>
        <a:bodyPr/>
        <a:lstStyle/>
        <a:p>
          <a:endParaRPr lang="fr-FR"/>
        </a:p>
      </dgm:t>
    </dgm:pt>
    <dgm:pt modelId="{504EE49B-E5FE-4BB9-BDCD-F001E293362A}" type="sibTrans" cxnId="{05269A57-7B1C-4CD5-B9B7-D0D35D32E405}">
      <dgm:prSet/>
      <dgm:spPr/>
      <dgm:t>
        <a:bodyPr/>
        <a:lstStyle/>
        <a:p>
          <a:endParaRPr lang="fr-FR"/>
        </a:p>
      </dgm:t>
    </dgm:pt>
    <dgm:pt modelId="{2A910177-9D99-4636-A12F-71834236C3C5}">
      <dgm:prSet phldrT="[Texte]" phldr="0" custT="1"/>
      <dgm:spPr/>
      <dgm:t>
        <a:bodyPr/>
        <a:lstStyle/>
        <a:p>
          <a:r>
            <a:rPr lang="fr-FR" sz="2800" dirty="0"/>
            <a:t>Consulting à propos des politiques d’accès à l’eau</a:t>
          </a:r>
        </a:p>
      </dgm:t>
    </dgm:pt>
    <dgm:pt modelId="{FA37260D-5BD5-4615-8554-9FF41071CA3D}" type="parTrans" cxnId="{9154C1E9-690F-4C3A-8168-446F0C6CA943}">
      <dgm:prSet/>
      <dgm:spPr/>
      <dgm:t>
        <a:bodyPr/>
        <a:lstStyle/>
        <a:p>
          <a:endParaRPr lang="fr-FR"/>
        </a:p>
      </dgm:t>
    </dgm:pt>
    <dgm:pt modelId="{368476C8-B775-44FB-9496-F516EFED5DF1}" type="sibTrans" cxnId="{9154C1E9-690F-4C3A-8168-446F0C6CA943}">
      <dgm:prSet/>
      <dgm:spPr/>
      <dgm:t>
        <a:bodyPr/>
        <a:lstStyle/>
        <a:p>
          <a:endParaRPr lang="fr-FR"/>
        </a:p>
      </dgm:t>
    </dgm:pt>
    <dgm:pt modelId="{A69B5443-093D-4954-B8F8-0E4377821DB8}" type="pres">
      <dgm:prSet presAssocID="{51EB359D-F09C-4264-ACFA-72B4E154CECB}" presName="linear" presStyleCnt="0">
        <dgm:presLayoutVars>
          <dgm:dir/>
          <dgm:animLvl val="lvl"/>
          <dgm:resizeHandles val="exact"/>
        </dgm:presLayoutVars>
      </dgm:prSet>
      <dgm:spPr/>
    </dgm:pt>
    <dgm:pt modelId="{420464AD-C1F4-469B-9833-F34419387B38}" type="pres">
      <dgm:prSet presAssocID="{921DC242-6C73-44B3-9171-3975A7C01113}" presName="parentLin" presStyleCnt="0"/>
      <dgm:spPr/>
    </dgm:pt>
    <dgm:pt modelId="{8EEF5610-A920-47EC-9113-A6ACCC009B79}" type="pres">
      <dgm:prSet presAssocID="{921DC242-6C73-44B3-9171-3975A7C01113}" presName="parentLeftMargin" presStyleLbl="node1" presStyleIdx="0" presStyleCnt="3"/>
      <dgm:spPr/>
    </dgm:pt>
    <dgm:pt modelId="{175CF146-F593-45EB-A091-5CD29C4E8812}" type="pres">
      <dgm:prSet presAssocID="{921DC242-6C73-44B3-9171-3975A7C0111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15E0081-AC0C-420F-A44B-1B86EE4BC664}" type="pres">
      <dgm:prSet presAssocID="{921DC242-6C73-44B3-9171-3975A7C01113}" presName="negativeSpace" presStyleCnt="0"/>
      <dgm:spPr/>
    </dgm:pt>
    <dgm:pt modelId="{5C0827B6-BCE6-453D-9571-9F4B5606D1DC}" type="pres">
      <dgm:prSet presAssocID="{921DC242-6C73-44B3-9171-3975A7C01113}" presName="childText" presStyleLbl="conFgAcc1" presStyleIdx="0" presStyleCnt="3">
        <dgm:presLayoutVars>
          <dgm:bulletEnabled val="1"/>
        </dgm:presLayoutVars>
      </dgm:prSet>
      <dgm:spPr/>
    </dgm:pt>
    <dgm:pt modelId="{D5D36C83-3BEE-45FE-ACE2-6D2D6368453D}" type="pres">
      <dgm:prSet presAssocID="{220E6F1B-1AE9-450F-81CD-E06A240535E7}" presName="spaceBetweenRectangles" presStyleCnt="0"/>
      <dgm:spPr/>
    </dgm:pt>
    <dgm:pt modelId="{D42CF5AC-D8D5-4941-A828-389275D8BC9F}" type="pres">
      <dgm:prSet presAssocID="{47EF419B-11AD-4FF1-A706-238B91CFB976}" presName="parentLin" presStyleCnt="0"/>
      <dgm:spPr/>
    </dgm:pt>
    <dgm:pt modelId="{9889986F-9933-4426-8BCB-3C1401B28976}" type="pres">
      <dgm:prSet presAssocID="{47EF419B-11AD-4FF1-A706-238B91CFB976}" presName="parentLeftMargin" presStyleLbl="node1" presStyleIdx="0" presStyleCnt="3"/>
      <dgm:spPr/>
    </dgm:pt>
    <dgm:pt modelId="{4EDAFA35-C528-45B8-987B-ACBFE0976F3D}" type="pres">
      <dgm:prSet presAssocID="{47EF419B-11AD-4FF1-A706-238B91CFB97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65571D3-FE22-4DBC-8E1E-C7FD39FFB53B}" type="pres">
      <dgm:prSet presAssocID="{47EF419B-11AD-4FF1-A706-238B91CFB976}" presName="negativeSpace" presStyleCnt="0"/>
      <dgm:spPr/>
    </dgm:pt>
    <dgm:pt modelId="{2B95F3DB-C5C1-428B-A97A-37B827DAB323}" type="pres">
      <dgm:prSet presAssocID="{47EF419B-11AD-4FF1-A706-238B91CFB976}" presName="childText" presStyleLbl="conFgAcc1" presStyleIdx="1" presStyleCnt="3">
        <dgm:presLayoutVars>
          <dgm:bulletEnabled val="1"/>
        </dgm:presLayoutVars>
      </dgm:prSet>
      <dgm:spPr/>
    </dgm:pt>
    <dgm:pt modelId="{679E59DA-57EC-4FDD-85ED-8E827C1838A5}" type="pres">
      <dgm:prSet presAssocID="{504EE49B-E5FE-4BB9-BDCD-F001E293362A}" presName="spaceBetweenRectangles" presStyleCnt="0"/>
      <dgm:spPr/>
    </dgm:pt>
    <dgm:pt modelId="{40589EA3-843A-4824-85B5-811D1D1FE880}" type="pres">
      <dgm:prSet presAssocID="{2A910177-9D99-4636-A12F-71834236C3C5}" presName="parentLin" presStyleCnt="0"/>
      <dgm:spPr/>
    </dgm:pt>
    <dgm:pt modelId="{78885F6E-6430-4510-BE26-8F3C5BA6D081}" type="pres">
      <dgm:prSet presAssocID="{2A910177-9D99-4636-A12F-71834236C3C5}" presName="parentLeftMargin" presStyleLbl="node1" presStyleIdx="1" presStyleCnt="3"/>
      <dgm:spPr/>
    </dgm:pt>
    <dgm:pt modelId="{490F0BBB-BAF3-4875-B178-036FE4C3DCB2}" type="pres">
      <dgm:prSet presAssocID="{2A910177-9D99-4636-A12F-71834236C3C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D0091378-CD58-4C5E-966F-EB3438EE5E4A}" type="pres">
      <dgm:prSet presAssocID="{2A910177-9D99-4636-A12F-71834236C3C5}" presName="negativeSpace" presStyleCnt="0"/>
      <dgm:spPr/>
    </dgm:pt>
    <dgm:pt modelId="{A82B8340-06CD-4293-A08D-E9D0583CE661}" type="pres">
      <dgm:prSet presAssocID="{2A910177-9D99-4636-A12F-71834236C3C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362C512-2092-4A3C-8000-DB64DBE7AF32}" type="presOf" srcId="{47EF419B-11AD-4FF1-A706-238B91CFB976}" destId="{4EDAFA35-C528-45B8-987B-ACBFE0976F3D}" srcOrd="1" destOrd="0" presId="urn:microsoft.com/office/officeart/2005/8/layout/list1"/>
    <dgm:cxn modelId="{78E5FD28-94E1-4998-A9EA-E23CD0E13AEF}" srcId="{51EB359D-F09C-4264-ACFA-72B4E154CECB}" destId="{921DC242-6C73-44B3-9171-3975A7C01113}" srcOrd="0" destOrd="0" parTransId="{757579BB-EE22-4B6D-ABD6-E615F53492F0}" sibTransId="{220E6F1B-1AE9-450F-81CD-E06A240535E7}"/>
    <dgm:cxn modelId="{66DC282A-722B-446C-9B0F-3F6FD9577366}" type="presOf" srcId="{47EF419B-11AD-4FF1-A706-238B91CFB976}" destId="{9889986F-9933-4426-8BCB-3C1401B28976}" srcOrd="0" destOrd="0" presId="urn:microsoft.com/office/officeart/2005/8/layout/list1"/>
    <dgm:cxn modelId="{11E2926F-F43C-4EC5-B1AC-45E733E09815}" type="presOf" srcId="{2A910177-9D99-4636-A12F-71834236C3C5}" destId="{78885F6E-6430-4510-BE26-8F3C5BA6D081}" srcOrd="0" destOrd="0" presId="urn:microsoft.com/office/officeart/2005/8/layout/list1"/>
    <dgm:cxn modelId="{9CC8B774-1FF5-473F-A848-0360760A24CC}" type="presOf" srcId="{921DC242-6C73-44B3-9171-3975A7C01113}" destId="{8EEF5610-A920-47EC-9113-A6ACCC009B79}" srcOrd="0" destOrd="0" presId="urn:microsoft.com/office/officeart/2005/8/layout/list1"/>
    <dgm:cxn modelId="{05269A57-7B1C-4CD5-B9B7-D0D35D32E405}" srcId="{51EB359D-F09C-4264-ACFA-72B4E154CECB}" destId="{47EF419B-11AD-4FF1-A706-238B91CFB976}" srcOrd="1" destOrd="0" parTransId="{676F6AE1-7C8D-4089-B155-04F148B953A6}" sibTransId="{504EE49B-E5FE-4BB9-BDCD-F001E293362A}"/>
    <dgm:cxn modelId="{BC2ACCCB-AD53-4C32-9371-33E9658A4F69}" type="presOf" srcId="{921DC242-6C73-44B3-9171-3975A7C01113}" destId="{175CF146-F593-45EB-A091-5CD29C4E8812}" srcOrd="1" destOrd="0" presId="urn:microsoft.com/office/officeart/2005/8/layout/list1"/>
    <dgm:cxn modelId="{777DDDDF-F948-4D04-8B3C-A708D86AB98E}" type="presOf" srcId="{51EB359D-F09C-4264-ACFA-72B4E154CECB}" destId="{A69B5443-093D-4954-B8F8-0E4377821DB8}" srcOrd="0" destOrd="0" presId="urn:microsoft.com/office/officeart/2005/8/layout/list1"/>
    <dgm:cxn modelId="{9154C1E9-690F-4C3A-8168-446F0C6CA943}" srcId="{51EB359D-F09C-4264-ACFA-72B4E154CECB}" destId="{2A910177-9D99-4636-A12F-71834236C3C5}" srcOrd="2" destOrd="0" parTransId="{FA37260D-5BD5-4615-8554-9FF41071CA3D}" sibTransId="{368476C8-B775-44FB-9496-F516EFED5DF1}"/>
    <dgm:cxn modelId="{270D15FC-02E4-4F1A-83D6-179B0C7A4C87}" type="presOf" srcId="{2A910177-9D99-4636-A12F-71834236C3C5}" destId="{490F0BBB-BAF3-4875-B178-036FE4C3DCB2}" srcOrd="1" destOrd="0" presId="urn:microsoft.com/office/officeart/2005/8/layout/list1"/>
    <dgm:cxn modelId="{AAD22BDC-3076-41CD-B70C-6066A27A4439}" type="presParOf" srcId="{A69B5443-093D-4954-B8F8-0E4377821DB8}" destId="{420464AD-C1F4-469B-9833-F34419387B38}" srcOrd="0" destOrd="0" presId="urn:microsoft.com/office/officeart/2005/8/layout/list1"/>
    <dgm:cxn modelId="{7A3632FD-EB83-4C87-A268-A05799F6356F}" type="presParOf" srcId="{420464AD-C1F4-469B-9833-F34419387B38}" destId="{8EEF5610-A920-47EC-9113-A6ACCC009B79}" srcOrd="0" destOrd="0" presId="urn:microsoft.com/office/officeart/2005/8/layout/list1"/>
    <dgm:cxn modelId="{0DBEE0E6-EE5E-41EA-BE1C-180A64188004}" type="presParOf" srcId="{420464AD-C1F4-469B-9833-F34419387B38}" destId="{175CF146-F593-45EB-A091-5CD29C4E8812}" srcOrd="1" destOrd="0" presId="urn:microsoft.com/office/officeart/2005/8/layout/list1"/>
    <dgm:cxn modelId="{2D1BCCEC-E2FE-4F4D-9E2D-96A89CBE2C84}" type="presParOf" srcId="{A69B5443-093D-4954-B8F8-0E4377821DB8}" destId="{E15E0081-AC0C-420F-A44B-1B86EE4BC664}" srcOrd="1" destOrd="0" presId="urn:microsoft.com/office/officeart/2005/8/layout/list1"/>
    <dgm:cxn modelId="{70AB1B83-7CFD-4A1B-AA7F-322E0ABBD967}" type="presParOf" srcId="{A69B5443-093D-4954-B8F8-0E4377821DB8}" destId="{5C0827B6-BCE6-453D-9571-9F4B5606D1DC}" srcOrd="2" destOrd="0" presId="urn:microsoft.com/office/officeart/2005/8/layout/list1"/>
    <dgm:cxn modelId="{C187F9D3-E0BA-46BC-A221-6D53EC637CED}" type="presParOf" srcId="{A69B5443-093D-4954-B8F8-0E4377821DB8}" destId="{D5D36C83-3BEE-45FE-ACE2-6D2D6368453D}" srcOrd="3" destOrd="0" presId="urn:microsoft.com/office/officeart/2005/8/layout/list1"/>
    <dgm:cxn modelId="{0C5248FB-0D0A-41C3-8F65-2FDC48CEF66E}" type="presParOf" srcId="{A69B5443-093D-4954-B8F8-0E4377821DB8}" destId="{D42CF5AC-D8D5-4941-A828-389275D8BC9F}" srcOrd="4" destOrd="0" presId="urn:microsoft.com/office/officeart/2005/8/layout/list1"/>
    <dgm:cxn modelId="{7E3B9CF3-F2E9-4801-ABC1-2AC26DA6EF1E}" type="presParOf" srcId="{D42CF5AC-D8D5-4941-A828-389275D8BC9F}" destId="{9889986F-9933-4426-8BCB-3C1401B28976}" srcOrd="0" destOrd="0" presId="urn:microsoft.com/office/officeart/2005/8/layout/list1"/>
    <dgm:cxn modelId="{792FD0F5-4D59-4BC9-9E69-4885646B28C7}" type="presParOf" srcId="{D42CF5AC-D8D5-4941-A828-389275D8BC9F}" destId="{4EDAFA35-C528-45B8-987B-ACBFE0976F3D}" srcOrd="1" destOrd="0" presId="urn:microsoft.com/office/officeart/2005/8/layout/list1"/>
    <dgm:cxn modelId="{C18BC915-2F03-4DD0-A831-DEA72778EE1C}" type="presParOf" srcId="{A69B5443-093D-4954-B8F8-0E4377821DB8}" destId="{065571D3-FE22-4DBC-8E1E-C7FD39FFB53B}" srcOrd="5" destOrd="0" presId="urn:microsoft.com/office/officeart/2005/8/layout/list1"/>
    <dgm:cxn modelId="{E2B481ED-3982-4D06-B3E4-CC16946AB312}" type="presParOf" srcId="{A69B5443-093D-4954-B8F8-0E4377821DB8}" destId="{2B95F3DB-C5C1-428B-A97A-37B827DAB323}" srcOrd="6" destOrd="0" presId="urn:microsoft.com/office/officeart/2005/8/layout/list1"/>
    <dgm:cxn modelId="{C8C26E8C-D1FA-4F12-9A0A-07B75F461D3D}" type="presParOf" srcId="{A69B5443-093D-4954-B8F8-0E4377821DB8}" destId="{679E59DA-57EC-4FDD-85ED-8E827C1838A5}" srcOrd="7" destOrd="0" presId="urn:microsoft.com/office/officeart/2005/8/layout/list1"/>
    <dgm:cxn modelId="{79FA5F73-083D-4B72-A1ED-8C99C1320D56}" type="presParOf" srcId="{A69B5443-093D-4954-B8F8-0E4377821DB8}" destId="{40589EA3-843A-4824-85B5-811D1D1FE880}" srcOrd="8" destOrd="0" presId="urn:microsoft.com/office/officeart/2005/8/layout/list1"/>
    <dgm:cxn modelId="{803A754B-ACB3-4B47-9A30-39AE058F079A}" type="presParOf" srcId="{40589EA3-843A-4824-85B5-811D1D1FE880}" destId="{78885F6E-6430-4510-BE26-8F3C5BA6D081}" srcOrd="0" destOrd="0" presId="urn:microsoft.com/office/officeart/2005/8/layout/list1"/>
    <dgm:cxn modelId="{82572E10-70A8-4C10-959D-F70890AD1E55}" type="presParOf" srcId="{40589EA3-843A-4824-85B5-811D1D1FE880}" destId="{490F0BBB-BAF3-4875-B178-036FE4C3DCB2}" srcOrd="1" destOrd="0" presId="urn:microsoft.com/office/officeart/2005/8/layout/list1"/>
    <dgm:cxn modelId="{12F717D6-27A7-4A96-BF4E-30FB81BB0D1E}" type="presParOf" srcId="{A69B5443-093D-4954-B8F8-0E4377821DB8}" destId="{D0091378-CD58-4C5E-966F-EB3438EE5E4A}" srcOrd="9" destOrd="0" presId="urn:microsoft.com/office/officeart/2005/8/layout/list1"/>
    <dgm:cxn modelId="{CD8596B8-E82E-4CE5-A48D-37E5B554669F}" type="presParOf" srcId="{A69B5443-093D-4954-B8F8-0E4377821DB8}" destId="{A82B8340-06CD-4293-A08D-E9D0583CE66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C3F790-F383-4B7D-B90B-3FD8344142F4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9A80CFA2-F3C2-4B2B-8994-883F203F5F3A}">
      <dgm:prSet phldrT="[Texte]"/>
      <dgm:spPr/>
      <dgm:t>
        <a:bodyPr/>
        <a:lstStyle/>
        <a:p>
          <a:r>
            <a:rPr lang="fr-FR" dirty="0"/>
            <a:t>RGPD </a:t>
          </a:r>
        </a:p>
      </dgm:t>
    </dgm:pt>
    <dgm:pt modelId="{697284AB-9DE9-4F9C-BAF4-9D755E3E1A43}" type="parTrans" cxnId="{E876E78A-F2A3-43A0-9E9B-077CD00E1BCC}">
      <dgm:prSet/>
      <dgm:spPr/>
      <dgm:t>
        <a:bodyPr/>
        <a:lstStyle/>
        <a:p>
          <a:endParaRPr lang="fr-FR"/>
        </a:p>
      </dgm:t>
    </dgm:pt>
    <dgm:pt modelId="{DCE44EB0-C404-4CEE-9212-EA9B62DD13F9}" type="sibTrans" cxnId="{E876E78A-F2A3-43A0-9E9B-077CD00E1BCC}">
      <dgm:prSet/>
      <dgm:spPr/>
      <dgm:t>
        <a:bodyPr/>
        <a:lstStyle/>
        <a:p>
          <a:endParaRPr lang="fr-FR"/>
        </a:p>
      </dgm:t>
    </dgm:pt>
    <dgm:pt modelId="{808D9B8A-7F1B-473E-BA2E-698ECC92A241}">
      <dgm:prSet/>
      <dgm:spPr/>
      <dgm:t>
        <a:bodyPr/>
        <a:lstStyle/>
        <a:p>
          <a:r>
            <a:rPr lang="fr-FR" dirty="0"/>
            <a:t>Outils  : Power bi/power </a:t>
          </a:r>
          <a:r>
            <a:rPr lang="fr-FR" dirty="0" err="1"/>
            <a:t>query</a:t>
          </a:r>
          <a:r>
            <a:rPr lang="fr-FR" dirty="0"/>
            <a:t> editor</a:t>
          </a:r>
        </a:p>
      </dgm:t>
    </dgm:pt>
    <dgm:pt modelId="{C223E1AB-809B-439D-B2CE-1D8E6718EBB4}" type="parTrans" cxnId="{8C1B085A-7B7D-4C36-9D56-AA3B81861A33}">
      <dgm:prSet/>
      <dgm:spPr/>
      <dgm:t>
        <a:bodyPr/>
        <a:lstStyle/>
        <a:p>
          <a:endParaRPr lang="fr-FR"/>
        </a:p>
      </dgm:t>
    </dgm:pt>
    <dgm:pt modelId="{DBA44187-0621-42B3-8971-40A39EE4D265}" type="sibTrans" cxnId="{8C1B085A-7B7D-4C36-9D56-AA3B81861A33}">
      <dgm:prSet/>
      <dgm:spPr/>
      <dgm:t>
        <a:bodyPr/>
        <a:lstStyle/>
        <a:p>
          <a:endParaRPr lang="fr-FR"/>
        </a:p>
      </dgm:t>
    </dgm:pt>
    <dgm:pt modelId="{FCD874C5-4A17-462B-8301-C3DEDC4FF133}">
      <dgm:prSet/>
      <dgm:spPr/>
      <dgm:t>
        <a:bodyPr/>
        <a:lstStyle/>
        <a:p>
          <a:r>
            <a:rPr lang="fr-FR"/>
            <a:t>Fusion de tables</a:t>
          </a:r>
          <a:endParaRPr lang="fr-FR" dirty="0"/>
        </a:p>
      </dgm:t>
    </dgm:pt>
    <dgm:pt modelId="{0F40D228-34C1-4F12-8387-6CC0D1CBECE6}" type="parTrans" cxnId="{86C60210-B014-4324-AD80-20A8D24C1974}">
      <dgm:prSet/>
      <dgm:spPr/>
      <dgm:t>
        <a:bodyPr/>
        <a:lstStyle/>
        <a:p>
          <a:endParaRPr lang="fr-FR"/>
        </a:p>
      </dgm:t>
    </dgm:pt>
    <dgm:pt modelId="{138037CD-9109-4691-9E60-F411B31809A9}" type="sibTrans" cxnId="{86C60210-B014-4324-AD80-20A8D24C1974}">
      <dgm:prSet/>
      <dgm:spPr/>
      <dgm:t>
        <a:bodyPr/>
        <a:lstStyle/>
        <a:p>
          <a:endParaRPr lang="fr-FR"/>
        </a:p>
      </dgm:t>
    </dgm:pt>
    <dgm:pt modelId="{F104336A-8C31-4914-8DFD-80CAF4A6F313}">
      <dgm:prSet/>
      <dgm:spPr/>
      <dgm:t>
        <a:bodyPr/>
        <a:lstStyle/>
        <a:p>
          <a:r>
            <a:rPr lang="fr-FR" dirty="0"/>
            <a:t>Types de données : date, décimal, clé</a:t>
          </a:r>
        </a:p>
      </dgm:t>
    </dgm:pt>
    <dgm:pt modelId="{39B5AD1E-1AE1-4BCF-A6BB-6E7560B7665C}" type="parTrans" cxnId="{C7881117-A2AC-4E1E-BBD6-810FB8D0902E}">
      <dgm:prSet/>
      <dgm:spPr/>
      <dgm:t>
        <a:bodyPr/>
        <a:lstStyle/>
        <a:p>
          <a:endParaRPr lang="fr-FR"/>
        </a:p>
      </dgm:t>
    </dgm:pt>
    <dgm:pt modelId="{C74158AE-E3D2-4826-9250-9031DEABC677}" type="sibTrans" cxnId="{C7881117-A2AC-4E1E-BBD6-810FB8D0902E}">
      <dgm:prSet/>
      <dgm:spPr/>
      <dgm:t>
        <a:bodyPr/>
        <a:lstStyle/>
        <a:p>
          <a:endParaRPr lang="fr-FR"/>
        </a:p>
      </dgm:t>
    </dgm:pt>
    <dgm:pt modelId="{A95AFF5C-1A40-4678-98DC-C9C5EAD7B6C6}">
      <dgm:prSet/>
      <dgm:spPr/>
      <dgm:t>
        <a:bodyPr/>
        <a:lstStyle/>
        <a:p>
          <a:r>
            <a:rPr lang="fr-FR"/>
            <a:t>Changement des noms des régions et pays : normes iso</a:t>
          </a:r>
          <a:endParaRPr lang="fr-FR" dirty="0"/>
        </a:p>
      </dgm:t>
    </dgm:pt>
    <dgm:pt modelId="{8587DDD4-69ED-442E-A54C-442903FBAE86}" type="parTrans" cxnId="{1C396042-973D-4C4E-9D14-D84773677BF0}">
      <dgm:prSet/>
      <dgm:spPr/>
      <dgm:t>
        <a:bodyPr/>
        <a:lstStyle/>
        <a:p>
          <a:endParaRPr lang="fr-FR"/>
        </a:p>
      </dgm:t>
    </dgm:pt>
    <dgm:pt modelId="{9F5D642B-0656-49F0-A6D0-27280F258453}" type="sibTrans" cxnId="{1C396042-973D-4C4E-9D14-D84773677BF0}">
      <dgm:prSet/>
      <dgm:spPr/>
      <dgm:t>
        <a:bodyPr/>
        <a:lstStyle/>
        <a:p>
          <a:endParaRPr lang="fr-FR"/>
        </a:p>
      </dgm:t>
    </dgm:pt>
    <dgm:pt modelId="{78584030-C346-4D22-BDB1-5C1CECFF099C}">
      <dgm:prSet/>
      <dgm:spPr/>
      <dgm:t>
        <a:bodyPr/>
        <a:lstStyle/>
        <a:p>
          <a:r>
            <a:rPr lang="fr-FR"/>
            <a:t>Calendrier</a:t>
          </a:r>
          <a:endParaRPr lang="fr-FR" dirty="0"/>
        </a:p>
      </dgm:t>
    </dgm:pt>
    <dgm:pt modelId="{8B630AA2-6AE6-424A-B64F-025D797537E4}" type="parTrans" cxnId="{BBFF22DD-2579-4848-BE61-5F2AD135BCEA}">
      <dgm:prSet/>
      <dgm:spPr/>
      <dgm:t>
        <a:bodyPr/>
        <a:lstStyle/>
        <a:p>
          <a:endParaRPr lang="fr-FR"/>
        </a:p>
      </dgm:t>
    </dgm:pt>
    <dgm:pt modelId="{5897B4A1-A59B-444B-9C45-9902205E7AF9}" type="sibTrans" cxnId="{BBFF22DD-2579-4848-BE61-5F2AD135BCEA}">
      <dgm:prSet/>
      <dgm:spPr/>
      <dgm:t>
        <a:bodyPr/>
        <a:lstStyle/>
        <a:p>
          <a:endParaRPr lang="fr-FR"/>
        </a:p>
      </dgm:t>
    </dgm:pt>
    <dgm:pt modelId="{5012460D-0270-40D9-BCF8-F3F44469BDD6}" type="pres">
      <dgm:prSet presAssocID="{C3C3F790-F383-4B7D-B90B-3FD8344142F4}" presName="diagram" presStyleCnt="0">
        <dgm:presLayoutVars>
          <dgm:dir/>
          <dgm:resizeHandles val="exact"/>
        </dgm:presLayoutVars>
      </dgm:prSet>
      <dgm:spPr/>
    </dgm:pt>
    <dgm:pt modelId="{B3AFB969-2BB5-461C-AFC9-32B239EAD663}" type="pres">
      <dgm:prSet presAssocID="{9A80CFA2-F3C2-4B2B-8994-883F203F5F3A}" presName="node" presStyleLbl="node1" presStyleIdx="0" presStyleCnt="6">
        <dgm:presLayoutVars>
          <dgm:bulletEnabled val="1"/>
        </dgm:presLayoutVars>
      </dgm:prSet>
      <dgm:spPr/>
    </dgm:pt>
    <dgm:pt modelId="{F4922CCF-C709-4916-A69D-9942B3E72B21}" type="pres">
      <dgm:prSet presAssocID="{DCE44EB0-C404-4CEE-9212-EA9B62DD13F9}" presName="sibTrans" presStyleCnt="0"/>
      <dgm:spPr/>
    </dgm:pt>
    <dgm:pt modelId="{93D1D1A8-8297-40D8-B8B1-851DD413E5A1}" type="pres">
      <dgm:prSet presAssocID="{808D9B8A-7F1B-473E-BA2E-698ECC92A241}" presName="node" presStyleLbl="node1" presStyleIdx="1" presStyleCnt="6">
        <dgm:presLayoutVars>
          <dgm:bulletEnabled val="1"/>
        </dgm:presLayoutVars>
      </dgm:prSet>
      <dgm:spPr/>
    </dgm:pt>
    <dgm:pt modelId="{4FF83FB8-DF04-4F5F-8D96-691B3516B654}" type="pres">
      <dgm:prSet presAssocID="{DBA44187-0621-42B3-8971-40A39EE4D265}" presName="sibTrans" presStyleCnt="0"/>
      <dgm:spPr/>
    </dgm:pt>
    <dgm:pt modelId="{D93FDE04-E843-40A7-BD53-F054BAC2F3E6}" type="pres">
      <dgm:prSet presAssocID="{FCD874C5-4A17-462B-8301-C3DEDC4FF133}" presName="node" presStyleLbl="node1" presStyleIdx="2" presStyleCnt="6">
        <dgm:presLayoutVars>
          <dgm:bulletEnabled val="1"/>
        </dgm:presLayoutVars>
      </dgm:prSet>
      <dgm:spPr/>
    </dgm:pt>
    <dgm:pt modelId="{4365C876-FA87-45AE-A3CB-49542EED2B92}" type="pres">
      <dgm:prSet presAssocID="{138037CD-9109-4691-9E60-F411B31809A9}" presName="sibTrans" presStyleCnt="0"/>
      <dgm:spPr/>
    </dgm:pt>
    <dgm:pt modelId="{66C25960-579B-4D67-92BF-9B5F0FA16E5A}" type="pres">
      <dgm:prSet presAssocID="{F104336A-8C31-4914-8DFD-80CAF4A6F313}" presName="node" presStyleLbl="node1" presStyleIdx="3" presStyleCnt="6">
        <dgm:presLayoutVars>
          <dgm:bulletEnabled val="1"/>
        </dgm:presLayoutVars>
      </dgm:prSet>
      <dgm:spPr/>
    </dgm:pt>
    <dgm:pt modelId="{B3C4BD44-F63B-48A1-AB31-54228C7A97FA}" type="pres">
      <dgm:prSet presAssocID="{C74158AE-E3D2-4826-9250-9031DEABC677}" presName="sibTrans" presStyleCnt="0"/>
      <dgm:spPr/>
    </dgm:pt>
    <dgm:pt modelId="{61B73E9D-01D3-46D1-95B7-0A0E05C0FC7D}" type="pres">
      <dgm:prSet presAssocID="{A95AFF5C-1A40-4678-98DC-C9C5EAD7B6C6}" presName="node" presStyleLbl="node1" presStyleIdx="4" presStyleCnt="6">
        <dgm:presLayoutVars>
          <dgm:bulletEnabled val="1"/>
        </dgm:presLayoutVars>
      </dgm:prSet>
      <dgm:spPr/>
    </dgm:pt>
    <dgm:pt modelId="{422DC45E-D7D0-40B0-BEE1-ACD600CC7954}" type="pres">
      <dgm:prSet presAssocID="{9F5D642B-0656-49F0-A6D0-27280F258453}" presName="sibTrans" presStyleCnt="0"/>
      <dgm:spPr/>
    </dgm:pt>
    <dgm:pt modelId="{19F55CD8-B1BC-4AC2-A0C0-97ED39B84D20}" type="pres">
      <dgm:prSet presAssocID="{78584030-C346-4D22-BDB1-5C1CECFF099C}" presName="node" presStyleLbl="node1" presStyleIdx="5" presStyleCnt="6">
        <dgm:presLayoutVars>
          <dgm:bulletEnabled val="1"/>
        </dgm:presLayoutVars>
      </dgm:prSet>
      <dgm:spPr/>
    </dgm:pt>
  </dgm:ptLst>
  <dgm:cxnLst>
    <dgm:cxn modelId="{86C60210-B014-4324-AD80-20A8D24C1974}" srcId="{C3C3F790-F383-4B7D-B90B-3FD8344142F4}" destId="{FCD874C5-4A17-462B-8301-C3DEDC4FF133}" srcOrd="2" destOrd="0" parTransId="{0F40D228-34C1-4F12-8387-6CC0D1CBECE6}" sibTransId="{138037CD-9109-4691-9E60-F411B31809A9}"/>
    <dgm:cxn modelId="{0B267412-56CC-4FBF-A052-1DBE8F1A5919}" type="presOf" srcId="{A95AFF5C-1A40-4678-98DC-C9C5EAD7B6C6}" destId="{61B73E9D-01D3-46D1-95B7-0A0E05C0FC7D}" srcOrd="0" destOrd="0" presId="urn:microsoft.com/office/officeart/2005/8/layout/default"/>
    <dgm:cxn modelId="{C7881117-A2AC-4E1E-BBD6-810FB8D0902E}" srcId="{C3C3F790-F383-4B7D-B90B-3FD8344142F4}" destId="{F104336A-8C31-4914-8DFD-80CAF4A6F313}" srcOrd="3" destOrd="0" parTransId="{39B5AD1E-1AE1-4BCF-A6BB-6E7560B7665C}" sibTransId="{C74158AE-E3D2-4826-9250-9031DEABC677}"/>
    <dgm:cxn modelId="{1C396042-973D-4C4E-9D14-D84773677BF0}" srcId="{C3C3F790-F383-4B7D-B90B-3FD8344142F4}" destId="{A95AFF5C-1A40-4678-98DC-C9C5EAD7B6C6}" srcOrd="4" destOrd="0" parTransId="{8587DDD4-69ED-442E-A54C-442903FBAE86}" sibTransId="{9F5D642B-0656-49F0-A6D0-27280F258453}"/>
    <dgm:cxn modelId="{EF463545-DBEA-4C44-A35A-50071B4597D3}" type="presOf" srcId="{808D9B8A-7F1B-473E-BA2E-698ECC92A241}" destId="{93D1D1A8-8297-40D8-B8B1-851DD413E5A1}" srcOrd="0" destOrd="0" presId="urn:microsoft.com/office/officeart/2005/8/layout/default"/>
    <dgm:cxn modelId="{8C1B085A-7B7D-4C36-9D56-AA3B81861A33}" srcId="{C3C3F790-F383-4B7D-B90B-3FD8344142F4}" destId="{808D9B8A-7F1B-473E-BA2E-698ECC92A241}" srcOrd="1" destOrd="0" parTransId="{C223E1AB-809B-439D-B2CE-1D8E6718EBB4}" sibTransId="{DBA44187-0621-42B3-8971-40A39EE4D265}"/>
    <dgm:cxn modelId="{E876E78A-F2A3-43A0-9E9B-077CD00E1BCC}" srcId="{C3C3F790-F383-4B7D-B90B-3FD8344142F4}" destId="{9A80CFA2-F3C2-4B2B-8994-883F203F5F3A}" srcOrd="0" destOrd="0" parTransId="{697284AB-9DE9-4F9C-BAF4-9D755E3E1A43}" sibTransId="{DCE44EB0-C404-4CEE-9212-EA9B62DD13F9}"/>
    <dgm:cxn modelId="{0204178D-53C7-477E-9AF5-E1CFCD04E9C6}" type="presOf" srcId="{78584030-C346-4D22-BDB1-5C1CECFF099C}" destId="{19F55CD8-B1BC-4AC2-A0C0-97ED39B84D20}" srcOrd="0" destOrd="0" presId="urn:microsoft.com/office/officeart/2005/8/layout/default"/>
    <dgm:cxn modelId="{1BFB60B3-673C-4113-BD00-2AD70464BF5A}" type="presOf" srcId="{FCD874C5-4A17-462B-8301-C3DEDC4FF133}" destId="{D93FDE04-E843-40A7-BD53-F054BAC2F3E6}" srcOrd="0" destOrd="0" presId="urn:microsoft.com/office/officeart/2005/8/layout/default"/>
    <dgm:cxn modelId="{13D2FEBB-9CBC-4067-B29C-19C5AE1CB2BF}" type="presOf" srcId="{9A80CFA2-F3C2-4B2B-8994-883F203F5F3A}" destId="{B3AFB969-2BB5-461C-AFC9-32B239EAD663}" srcOrd="0" destOrd="0" presId="urn:microsoft.com/office/officeart/2005/8/layout/default"/>
    <dgm:cxn modelId="{BBFF22DD-2579-4848-BE61-5F2AD135BCEA}" srcId="{C3C3F790-F383-4B7D-B90B-3FD8344142F4}" destId="{78584030-C346-4D22-BDB1-5C1CECFF099C}" srcOrd="5" destOrd="0" parTransId="{8B630AA2-6AE6-424A-B64F-025D797537E4}" sibTransId="{5897B4A1-A59B-444B-9C45-9902205E7AF9}"/>
    <dgm:cxn modelId="{E62B1ADE-D2AA-476D-8ADC-D0E55BEA30BE}" type="presOf" srcId="{F104336A-8C31-4914-8DFD-80CAF4A6F313}" destId="{66C25960-579B-4D67-92BF-9B5F0FA16E5A}" srcOrd="0" destOrd="0" presId="urn:microsoft.com/office/officeart/2005/8/layout/default"/>
    <dgm:cxn modelId="{A65E50E7-5DD8-4B22-AA74-D512943793AE}" type="presOf" srcId="{C3C3F790-F383-4B7D-B90B-3FD8344142F4}" destId="{5012460D-0270-40D9-BCF8-F3F44469BDD6}" srcOrd="0" destOrd="0" presId="urn:microsoft.com/office/officeart/2005/8/layout/default"/>
    <dgm:cxn modelId="{DB7E3AD9-98A8-4C6F-A051-A4BBABB1E85A}" type="presParOf" srcId="{5012460D-0270-40D9-BCF8-F3F44469BDD6}" destId="{B3AFB969-2BB5-461C-AFC9-32B239EAD663}" srcOrd="0" destOrd="0" presId="urn:microsoft.com/office/officeart/2005/8/layout/default"/>
    <dgm:cxn modelId="{83A28956-8544-422F-ABA6-459B2CEEC701}" type="presParOf" srcId="{5012460D-0270-40D9-BCF8-F3F44469BDD6}" destId="{F4922CCF-C709-4916-A69D-9942B3E72B21}" srcOrd="1" destOrd="0" presId="urn:microsoft.com/office/officeart/2005/8/layout/default"/>
    <dgm:cxn modelId="{FF1E3521-950E-44DF-9FCA-545C5848A2F7}" type="presParOf" srcId="{5012460D-0270-40D9-BCF8-F3F44469BDD6}" destId="{93D1D1A8-8297-40D8-B8B1-851DD413E5A1}" srcOrd="2" destOrd="0" presId="urn:microsoft.com/office/officeart/2005/8/layout/default"/>
    <dgm:cxn modelId="{4A2F05BA-57CA-4910-B5CE-AE5A24798E6C}" type="presParOf" srcId="{5012460D-0270-40D9-BCF8-F3F44469BDD6}" destId="{4FF83FB8-DF04-4F5F-8D96-691B3516B654}" srcOrd="3" destOrd="0" presId="urn:microsoft.com/office/officeart/2005/8/layout/default"/>
    <dgm:cxn modelId="{F28A7245-EAFF-4FE8-B1F2-29102FF79F41}" type="presParOf" srcId="{5012460D-0270-40D9-BCF8-F3F44469BDD6}" destId="{D93FDE04-E843-40A7-BD53-F054BAC2F3E6}" srcOrd="4" destOrd="0" presId="urn:microsoft.com/office/officeart/2005/8/layout/default"/>
    <dgm:cxn modelId="{1D9F96FB-FBA7-417A-83DB-01B71DC9978C}" type="presParOf" srcId="{5012460D-0270-40D9-BCF8-F3F44469BDD6}" destId="{4365C876-FA87-45AE-A3CB-49542EED2B92}" srcOrd="5" destOrd="0" presId="urn:microsoft.com/office/officeart/2005/8/layout/default"/>
    <dgm:cxn modelId="{9F1DB03C-D5F8-4815-A534-C8C1C5BDADDC}" type="presParOf" srcId="{5012460D-0270-40D9-BCF8-F3F44469BDD6}" destId="{66C25960-579B-4D67-92BF-9B5F0FA16E5A}" srcOrd="6" destOrd="0" presId="urn:microsoft.com/office/officeart/2005/8/layout/default"/>
    <dgm:cxn modelId="{E419A9AA-F930-47F3-8519-F0EBEB7458A7}" type="presParOf" srcId="{5012460D-0270-40D9-BCF8-F3F44469BDD6}" destId="{B3C4BD44-F63B-48A1-AB31-54228C7A97FA}" srcOrd="7" destOrd="0" presId="urn:microsoft.com/office/officeart/2005/8/layout/default"/>
    <dgm:cxn modelId="{F5A6E949-C140-4F3B-BD92-21D41E0B3CD2}" type="presParOf" srcId="{5012460D-0270-40D9-BCF8-F3F44469BDD6}" destId="{61B73E9D-01D3-46D1-95B7-0A0E05C0FC7D}" srcOrd="8" destOrd="0" presId="urn:microsoft.com/office/officeart/2005/8/layout/default"/>
    <dgm:cxn modelId="{2FFC5A45-8681-42A1-9D28-0CFEC7A2C6AC}" type="presParOf" srcId="{5012460D-0270-40D9-BCF8-F3F44469BDD6}" destId="{422DC45E-D7D0-40B0-BEE1-ACD600CC7954}" srcOrd="9" destOrd="0" presId="urn:microsoft.com/office/officeart/2005/8/layout/default"/>
    <dgm:cxn modelId="{C38C89C6-AC23-4D7D-8B32-745DEB9713AF}" type="presParOf" srcId="{5012460D-0270-40D9-BCF8-F3F44469BDD6}" destId="{19F55CD8-B1BC-4AC2-A0C0-97ED39B84D20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791FD92-B904-4385-8B10-BD82D22677C7}" type="doc">
      <dgm:prSet loTypeId="urn:microsoft.com/office/officeart/2008/layout/Vertical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0762015-F352-4BEA-B96C-744B2E83A7C9}">
      <dgm:prSet phldrT="[Texte]" custT="1"/>
      <dgm:spPr/>
      <dgm:t>
        <a:bodyPr/>
        <a:lstStyle/>
        <a:p>
          <a:pPr>
            <a:buNone/>
          </a:pPr>
          <a:r>
            <a:rPr lang="fr-FR" sz="1600" b="1" dirty="0">
              <a:latin typeface="+mj-lt"/>
            </a:rPr>
            <a:t>La mortalité due à l’insalubrité de l’eau dans le monde</a:t>
          </a:r>
          <a:endParaRPr lang="fr-FR" sz="1600" b="1" dirty="0"/>
        </a:p>
      </dgm:t>
    </dgm:pt>
    <dgm:pt modelId="{7F8FD0F2-2BB6-47B3-A03E-608389200785}" type="parTrans" cxnId="{B42FF245-5FD9-4774-81B4-54B45718FCCC}">
      <dgm:prSet/>
      <dgm:spPr/>
      <dgm:t>
        <a:bodyPr/>
        <a:lstStyle/>
        <a:p>
          <a:endParaRPr lang="fr-FR"/>
        </a:p>
      </dgm:t>
    </dgm:pt>
    <dgm:pt modelId="{66FCDFB1-DDDB-4EFC-ACF8-1E69D9074CA6}" type="sibTrans" cxnId="{B42FF245-5FD9-4774-81B4-54B45718FCCC}">
      <dgm:prSet/>
      <dgm:spPr/>
      <dgm:t>
        <a:bodyPr/>
        <a:lstStyle/>
        <a:p>
          <a:endParaRPr lang="fr-FR"/>
        </a:p>
      </dgm:t>
    </dgm:pt>
    <dgm:pt modelId="{B02F81C6-47D4-48C9-879D-C612CFB47A41}">
      <dgm:prSet custT="1"/>
      <dgm:spPr/>
      <dgm:t>
        <a:bodyPr/>
        <a:lstStyle/>
        <a:p>
          <a:pPr>
            <a:buNone/>
          </a:pPr>
          <a:r>
            <a:rPr lang="fr-FR" sz="1600" b="1" dirty="0">
              <a:latin typeface="+mj-lt"/>
            </a:rPr>
            <a:t>Indicateur global sur l’accès à des infrastructures d’eau potable</a:t>
          </a:r>
        </a:p>
      </dgm:t>
    </dgm:pt>
    <dgm:pt modelId="{F47D9CBB-AC9F-4647-8D9B-968BD3D2A1DA}" type="parTrans" cxnId="{D58735B8-FDD8-4B59-B223-4E91E365ED78}">
      <dgm:prSet/>
      <dgm:spPr/>
      <dgm:t>
        <a:bodyPr/>
        <a:lstStyle/>
        <a:p>
          <a:endParaRPr lang="fr-FR"/>
        </a:p>
      </dgm:t>
    </dgm:pt>
    <dgm:pt modelId="{B1FAFE02-871C-4C2D-A91C-F82154EE80B3}" type="sibTrans" cxnId="{D58735B8-FDD8-4B59-B223-4E91E365ED78}">
      <dgm:prSet/>
      <dgm:spPr/>
      <dgm:t>
        <a:bodyPr/>
        <a:lstStyle/>
        <a:p>
          <a:endParaRPr lang="fr-FR"/>
        </a:p>
      </dgm:t>
    </dgm:pt>
    <dgm:pt modelId="{3AE91AB4-2D84-4AED-A62F-480391E4B8ED}">
      <dgm:prSet custT="1"/>
      <dgm:spPr/>
      <dgm:t>
        <a:bodyPr/>
        <a:lstStyle/>
        <a:p>
          <a:pPr>
            <a:buNone/>
          </a:pPr>
          <a:r>
            <a:rPr lang="fr-FR" sz="1600" b="1" dirty="0">
              <a:latin typeface="+mj-lt"/>
            </a:rPr>
            <a:t>Nombre de mort dû à l’absence d’infrastructure par région avec un filtre date</a:t>
          </a:r>
        </a:p>
      </dgm:t>
    </dgm:pt>
    <dgm:pt modelId="{7C53391E-EC61-43B4-8F1D-5B6B0FAF62B9}" type="parTrans" cxnId="{C365ECAD-2E7B-43EB-AEC4-63F50206DA19}">
      <dgm:prSet/>
      <dgm:spPr/>
      <dgm:t>
        <a:bodyPr/>
        <a:lstStyle/>
        <a:p>
          <a:endParaRPr lang="fr-FR"/>
        </a:p>
      </dgm:t>
    </dgm:pt>
    <dgm:pt modelId="{8FD86047-77D7-4C21-BD22-52BED63766F6}" type="sibTrans" cxnId="{C365ECAD-2E7B-43EB-AEC4-63F50206DA19}">
      <dgm:prSet/>
      <dgm:spPr/>
      <dgm:t>
        <a:bodyPr/>
        <a:lstStyle/>
        <a:p>
          <a:endParaRPr lang="fr-FR"/>
        </a:p>
      </dgm:t>
    </dgm:pt>
    <dgm:pt modelId="{5814306A-431A-49CB-98AE-0081C8B88AD1}">
      <dgm:prSet custT="1"/>
      <dgm:spPr/>
      <dgm:t>
        <a:bodyPr/>
        <a:lstStyle/>
        <a:p>
          <a:pPr algn="l">
            <a:buNone/>
          </a:pPr>
          <a:r>
            <a:rPr lang="fr-FR" sz="1600" b="1" dirty="0">
              <a:latin typeface="+mj-lt"/>
            </a:rPr>
            <a:t>Évolution de la population totale et urbain</a:t>
          </a:r>
        </a:p>
      </dgm:t>
    </dgm:pt>
    <dgm:pt modelId="{092913E5-79BF-4DF8-A7D6-269EAC2ADAB4}" type="parTrans" cxnId="{341C7DC9-CDA5-4285-8A8F-37C1E002D6BB}">
      <dgm:prSet/>
      <dgm:spPr/>
      <dgm:t>
        <a:bodyPr/>
        <a:lstStyle/>
        <a:p>
          <a:endParaRPr lang="fr-FR"/>
        </a:p>
      </dgm:t>
    </dgm:pt>
    <dgm:pt modelId="{A858ABE4-C52A-4F82-8E04-A91627EB6EB7}" type="sibTrans" cxnId="{341C7DC9-CDA5-4285-8A8F-37C1E002D6BB}">
      <dgm:prSet/>
      <dgm:spPr/>
      <dgm:t>
        <a:bodyPr/>
        <a:lstStyle/>
        <a:p>
          <a:endParaRPr lang="fr-FR"/>
        </a:p>
      </dgm:t>
    </dgm:pt>
    <dgm:pt modelId="{FD3A4EF9-EA59-4D83-ACAC-BA0A2CF05A00}">
      <dgm:prSet custT="1"/>
      <dgm:spPr/>
      <dgm:t>
        <a:bodyPr/>
        <a:lstStyle/>
        <a:p>
          <a:pPr>
            <a:buNone/>
          </a:pPr>
          <a:r>
            <a:rPr lang="fr-FR" sz="1600" b="1" dirty="0">
              <a:latin typeface="+mj-lt"/>
            </a:rPr>
            <a:t>Indicateur de la moyenne d’accès a l’eau </a:t>
          </a:r>
        </a:p>
      </dgm:t>
    </dgm:pt>
    <dgm:pt modelId="{DAEC0DBF-5F58-493B-A848-62122B57DADC}" type="parTrans" cxnId="{0A095550-9A90-4A12-8117-12B28826AB3C}">
      <dgm:prSet/>
      <dgm:spPr/>
      <dgm:t>
        <a:bodyPr/>
        <a:lstStyle/>
        <a:p>
          <a:endParaRPr lang="fr-FR"/>
        </a:p>
      </dgm:t>
    </dgm:pt>
    <dgm:pt modelId="{F5ABF00B-0E58-4456-9B61-02B37F5119C7}" type="sibTrans" cxnId="{0A095550-9A90-4A12-8117-12B28826AB3C}">
      <dgm:prSet/>
      <dgm:spPr/>
      <dgm:t>
        <a:bodyPr/>
        <a:lstStyle/>
        <a:p>
          <a:endParaRPr lang="fr-FR"/>
        </a:p>
      </dgm:t>
    </dgm:pt>
    <dgm:pt modelId="{1629B504-F1DF-43CB-9ACD-D78ABB986EE2}">
      <dgm:prSet custT="1"/>
      <dgm:spPr/>
      <dgm:t>
        <a:bodyPr/>
        <a:lstStyle/>
        <a:p>
          <a:pPr>
            <a:buNone/>
          </a:pPr>
          <a:r>
            <a:rPr lang="fr-FR" sz="1600" b="1" dirty="0">
              <a:latin typeface="+mj-lt"/>
            </a:rPr>
            <a:t>Taux de mortalité du a l’insalubrité de l’eau</a:t>
          </a:r>
        </a:p>
      </dgm:t>
    </dgm:pt>
    <dgm:pt modelId="{23DEE21B-F4C7-43AA-B238-B0FC8B691F67}" type="parTrans" cxnId="{E74EA96B-5CCE-430C-B294-7230985E63EF}">
      <dgm:prSet/>
      <dgm:spPr/>
      <dgm:t>
        <a:bodyPr/>
        <a:lstStyle/>
        <a:p>
          <a:endParaRPr lang="fr-FR"/>
        </a:p>
      </dgm:t>
    </dgm:pt>
    <dgm:pt modelId="{2ACB2C8A-289C-4987-BC9F-A6CD4026CC1E}" type="sibTrans" cxnId="{E74EA96B-5CCE-430C-B294-7230985E63EF}">
      <dgm:prSet/>
      <dgm:spPr/>
      <dgm:t>
        <a:bodyPr/>
        <a:lstStyle/>
        <a:p>
          <a:endParaRPr lang="fr-FR"/>
        </a:p>
      </dgm:t>
    </dgm:pt>
    <dgm:pt modelId="{DE02C988-E2C5-4FAC-94F7-95B6FE12DC36}" type="pres">
      <dgm:prSet presAssocID="{E791FD92-B904-4385-8B10-BD82D22677C7}" presName="Name0" presStyleCnt="0">
        <dgm:presLayoutVars>
          <dgm:chMax/>
          <dgm:chPref/>
          <dgm:dir/>
        </dgm:presLayoutVars>
      </dgm:prSet>
      <dgm:spPr/>
    </dgm:pt>
    <dgm:pt modelId="{DBB942A6-94AE-4A7B-956D-A62C3AF69E9D}" type="pres">
      <dgm:prSet presAssocID="{70762015-F352-4BEA-B96C-744B2E83A7C9}" presName="parenttextcomposite" presStyleCnt="0"/>
      <dgm:spPr/>
    </dgm:pt>
    <dgm:pt modelId="{E3C14235-9725-4AA5-956C-90A40B75A563}" type="pres">
      <dgm:prSet presAssocID="{70762015-F352-4BEA-B96C-744B2E83A7C9}" presName="parenttext" presStyleLbl="revTx" presStyleIdx="0" presStyleCnt="6">
        <dgm:presLayoutVars>
          <dgm:chMax/>
          <dgm:chPref val="2"/>
          <dgm:bulletEnabled val="1"/>
        </dgm:presLayoutVars>
      </dgm:prSet>
      <dgm:spPr/>
    </dgm:pt>
    <dgm:pt modelId="{E496F661-2728-496C-8EAA-8055170EA8B6}" type="pres">
      <dgm:prSet presAssocID="{70762015-F352-4BEA-B96C-744B2E83A7C9}" presName="parallelogramComposite" presStyleCnt="0"/>
      <dgm:spPr/>
    </dgm:pt>
    <dgm:pt modelId="{75DCEDC1-FB2A-4F59-A199-0B33DE8092FD}" type="pres">
      <dgm:prSet presAssocID="{70762015-F352-4BEA-B96C-744B2E83A7C9}" presName="parallelogram1" presStyleLbl="alignNode1" presStyleIdx="0" presStyleCnt="42"/>
      <dgm:spPr/>
    </dgm:pt>
    <dgm:pt modelId="{C854EC45-6154-482A-8F16-258F9CDAD3E9}" type="pres">
      <dgm:prSet presAssocID="{70762015-F352-4BEA-B96C-744B2E83A7C9}" presName="parallelogram2" presStyleLbl="alignNode1" presStyleIdx="1" presStyleCnt="42"/>
      <dgm:spPr/>
    </dgm:pt>
    <dgm:pt modelId="{15A58357-BF1A-432B-B4DD-E4E96B6DFAE3}" type="pres">
      <dgm:prSet presAssocID="{70762015-F352-4BEA-B96C-744B2E83A7C9}" presName="parallelogram3" presStyleLbl="alignNode1" presStyleIdx="2" presStyleCnt="42"/>
      <dgm:spPr/>
    </dgm:pt>
    <dgm:pt modelId="{63D975E5-C177-4390-803B-27D2E9EF5E32}" type="pres">
      <dgm:prSet presAssocID="{70762015-F352-4BEA-B96C-744B2E83A7C9}" presName="parallelogram4" presStyleLbl="alignNode1" presStyleIdx="3" presStyleCnt="42"/>
      <dgm:spPr/>
    </dgm:pt>
    <dgm:pt modelId="{0A324B4A-05FF-435F-B42E-05FDED7FEA39}" type="pres">
      <dgm:prSet presAssocID="{70762015-F352-4BEA-B96C-744B2E83A7C9}" presName="parallelogram5" presStyleLbl="alignNode1" presStyleIdx="4" presStyleCnt="42"/>
      <dgm:spPr/>
    </dgm:pt>
    <dgm:pt modelId="{83446331-270D-43D9-8F85-A18047A7DCA9}" type="pres">
      <dgm:prSet presAssocID="{70762015-F352-4BEA-B96C-744B2E83A7C9}" presName="parallelogram6" presStyleLbl="alignNode1" presStyleIdx="5" presStyleCnt="42"/>
      <dgm:spPr/>
    </dgm:pt>
    <dgm:pt modelId="{0A39A4FB-212E-4105-A846-C19AAF1DD1EF}" type="pres">
      <dgm:prSet presAssocID="{70762015-F352-4BEA-B96C-744B2E83A7C9}" presName="parallelogram7" presStyleLbl="alignNode1" presStyleIdx="6" presStyleCnt="42"/>
      <dgm:spPr/>
    </dgm:pt>
    <dgm:pt modelId="{8D122814-193B-4A7D-912B-8F73F458F546}" type="pres">
      <dgm:prSet presAssocID="{66FCDFB1-DDDB-4EFC-ACF8-1E69D9074CA6}" presName="sibTrans" presStyleCnt="0"/>
      <dgm:spPr/>
    </dgm:pt>
    <dgm:pt modelId="{1B300733-A953-4FDC-BE0F-36D609414851}" type="pres">
      <dgm:prSet presAssocID="{B02F81C6-47D4-48C9-879D-C612CFB47A41}" presName="parenttextcomposite" presStyleCnt="0"/>
      <dgm:spPr/>
    </dgm:pt>
    <dgm:pt modelId="{F37BFF93-7B84-4FFB-AB4C-A555339BC73B}" type="pres">
      <dgm:prSet presAssocID="{B02F81C6-47D4-48C9-879D-C612CFB47A41}" presName="parenttext" presStyleLbl="revTx" presStyleIdx="1" presStyleCnt="6">
        <dgm:presLayoutVars>
          <dgm:chMax/>
          <dgm:chPref val="2"/>
          <dgm:bulletEnabled val="1"/>
        </dgm:presLayoutVars>
      </dgm:prSet>
      <dgm:spPr/>
    </dgm:pt>
    <dgm:pt modelId="{64B90569-D1E8-46AE-88B2-8B4A2BB5F68D}" type="pres">
      <dgm:prSet presAssocID="{B02F81C6-47D4-48C9-879D-C612CFB47A41}" presName="parallelogramComposite" presStyleCnt="0"/>
      <dgm:spPr/>
    </dgm:pt>
    <dgm:pt modelId="{821CE4DC-5780-4240-8C36-6B4F705A0BD2}" type="pres">
      <dgm:prSet presAssocID="{B02F81C6-47D4-48C9-879D-C612CFB47A41}" presName="parallelogram1" presStyleLbl="alignNode1" presStyleIdx="7" presStyleCnt="42"/>
      <dgm:spPr/>
    </dgm:pt>
    <dgm:pt modelId="{F0D0484D-7C33-40EC-82BE-EC7E726466EE}" type="pres">
      <dgm:prSet presAssocID="{B02F81C6-47D4-48C9-879D-C612CFB47A41}" presName="parallelogram2" presStyleLbl="alignNode1" presStyleIdx="8" presStyleCnt="42"/>
      <dgm:spPr/>
    </dgm:pt>
    <dgm:pt modelId="{BE5C2E94-B2A2-4DB8-A2F4-736BCE43A31C}" type="pres">
      <dgm:prSet presAssocID="{B02F81C6-47D4-48C9-879D-C612CFB47A41}" presName="parallelogram3" presStyleLbl="alignNode1" presStyleIdx="9" presStyleCnt="42"/>
      <dgm:spPr/>
    </dgm:pt>
    <dgm:pt modelId="{B7E9BF32-EE70-462C-A2CB-AF5A0E4F301A}" type="pres">
      <dgm:prSet presAssocID="{B02F81C6-47D4-48C9-879D-C612CFB47A41}" presName="parallelogram4" presStyleLbl="alignNode1" presStyleIdx="10" presStyleCnt="42"/>
      <dgm:spPr/>
    </dgm:pt>
    <dgm:pt modelId="{AF80BF55-BC8E-463A-88C2-A7E44E6DDA98}" type="pres">
      <dgm:prSet presAssocID="{B02F81C6-47D4-48C9-879D-C612CFB47A41}" presName="parallelogram5" presStyleLbl="alignNode1" presStyleIdx="11" presStyleCnt="42"/>
      <dgm:spPr/>
    </dgm:pt>
    <dgm:pt modelId="{C5F990D0-FC55-46B9-8778-25F97FA5CA58}" type="pres">
      <dgm:prSet presAssocID="{B02F81C6-47D4-48C9-879D-C612CFB47A41}" presName="parallelogram6" presStyleLbl="alignNode1" presStyleIdx="12" presStyleCnt="42"/>
      <dgm:spPr/>
    </dgm:pt>
    <dgm:pt modelId="{C251B173-BC01-45B5-869C-5B3F1FABB78C}" type="pres">
      <dgm:prSet presAssocID="{B02F81C6-47D4-48C9-879D-C612CFB47A41}" presName="parallelogram7" presStyleLbl="alignNode1" presStyleIdx="13" presStyleCnt="42"/>
      <dgm:spPr/>
    </dgm:pt>
    <dgm:pt modelId="{494B754A-A4A9-43B2-9E7E-45727283959C}" type="pres">
      <dgm:prSet presAssocID="{B1FAFE02-871C-4C2D-A91C-F82154EE80B3}" presName="sibTrans" presStyleCnt="0"/>
      <dgm:spPr/>
    </dgm:pt>
    <dgm:pt modelId="{212C1B0C-70D5-4237-B9BC-65EAA7B20875}" type="pres">
      <dgm:prSet presAssocID="{3AE91AB4-2D84-4AED-A62F-480391E4B8ED}" presName="parenttextcomposite" presStyleCnt="0"/>
      <dgm:spPr/>
    </dgm:pt>
    <dgm:pt modelId="{57B6FD0C-1116-42B5-ACEA-EF1C40151502}" type="pres">
      <dgm:prSet presAssocID="{3AE91AB4-2D84-4AED-A62F-480391E4B8ED}" presName="parenttext" presStyleLbl="revTx" presStyleIdx="2" presStyleCnt="6">
        <dgm:presLayoutVars>
          <dgm:chMax/>
          <dgm:chPref val="2"/>
          <dgm:bulletEnabled val="1"/>
        </dgm:presLayoutVars>
      </dgm:prSet>
      <dgm:spPr/>
    </dgm:pt>
    <dgm:pt modelId="{16B1576B-43E4-4F56-ABCB-337F454FDB43}" type="pres">
      <dgm:prSet presAssocID="{3AE91AB4-2D84-4AED-A62F-480391E4B8ED}" presName="parallelogramComposite" presStyleCnt="0"/>
      <dgm:spPr/>
    </dgm:pt>
    <dgm:pt modelId="{B0640A19-1B4A-4EEA-BE98-8C5AC0B3208E}" type="pres">
      <dgm:prSet presAssocID="{3AE91AB4-2D84-4AED-A62F-480391E4B8ED}" presName="parallelogram1" presStyleLbl="alignNode1" presStyleIdx="14" presStyleCnt="42"/>
      <dgm:spPr/>
    </dgm:pt>
    <dgm:pt modelId="{3C72DDA0-6825-43A2-AF61-0AC0C2A792E5}" type="pres">
      <dgm:prSet presAssocID="{3AE91AB4-2D84-4AED-A62F-480391E4B8ED}" presName="parallelogram2" presStyleLbl="alignNode1" presStyleIdx="15" presStyleCnt="42"/>
      <dgm:spPr/>
    </dgm:pt>
    <dgm:pt modelId="{C6D94343-065C-43FA-9948-3C43AB2A15C7}" type="pres">
      <dgm:prSet presAssocID="{3AE91AB4-2D84-4AED-A62F-480391E4B8ED}" presName="parallelogram3" presStyleLbl="alignNode1" presStyleIdx="16" presStyleCnt="42"/>
      <dgm:spPr/>
    </dgm:pt>
    <dgm:pt modelId="{63AA36CA-8141-4C42-86D6-6A12AD6399AB}" type="pres">
      <dgm:prSet presAssocID="{3AE91AB4-2D84-4AED-A62F-480391E4B8ED}" presName="parallelogram4" presStyleLbl="alignNode1" presStyleIdx="17" presStyleCnt="42"/>
      <dgm:spPr/>
    </dgm:pt>
    <dgm:pt modelId="{0BF6246B-6C2E-4954-9C61-C40F363093D8}" type="pres">
      <dgm:prSet presAssocID="{3AE91AB4-2D84-4AED-A62F-480391E4B8ED}" presName="parallelogram5" presStyleLbl="alignNode1" presStyleIdx="18" presStyleCnt="42"/>
      <dgm:spPr/>
    </dgm:pt>
    <dgm:pt modelId="{6A2DC3E4-B0BA-437B-9124-84E6076D6796}" type="pres">
      <dgm:prSet presAssocID="{3AE91AB4-2D84-4AED-A62F-480391E4B8ED}" presName="parallelogram6" presStyleLbl="alignNode1" presStyleIdx="19" presStyleCnt="42"/>
      <dgm:spPr/>
    </dgm:pt>
    <dgm:pt modelId="{5DAD3A61-6C4B-465A-B758-AF9EDA75F9D6}" type="pres">
      <dgm:prSet presAssocID="{3AE91AB4-2D84-4AED-A62F-480391E4B8ED}" presName="parallelogram7" presStyleLbl="alignNode1" presStyleIdx="20" presStyleCnt="42"/>
      <dgm:spPr/>
    </dgm:pt>
    <dgm:pt modelId="{EBB5062A-C0DB-4793-8B04-329A17096FE4}" type="pres">
      <dgm:prSet presAssocID="{8FD86047-77D7-4C21-BD22-52BED63766F6}" presName="sibTrans" presStyleCnt="0"/>
      <dgm:spPr/>
    </dgm:pt>
    <dgm:pt modelId="{FACC5EF7-21EF-4E0E-8F74-26B34432C56F}" type="pres">
      <dgm:prSet presAssocID="{5814306A-431A-49CB-98AE-0081C8B88AD1}" presName="parenttextcomposite" presStyleCnt="0"/>
      <dgm:spPr/>
    </dgm:pt>
    <dgm:pt modelId="{9D2D5B01-21AF-4498-B344-18C8DEDABFFE}" type="pres">
      <dgm:prSet presAssocID="{5814306A-431A-49CB-98AE-0081C8B88AD1}" presName="parenttext" presStyleLbl="revTx" presStyleIdx="3" presStyleCnt="6">
        <dgm:presLayoutVars>
          <dgm:chMax/>
          <dgm:chPref val="2"/>
          <dgm:bulletEnabled val="1"/>
        </dgm:presLayoutVars>
      </dgm:prSet>
      <dgm:spPr/>
    </dgm:pt>
    <dgm:pt modelId="{333484F3-5BC5-43F3-96E2-A10636A08E6D}" type="pres">
      <dgm:prSet presAssocID="{5814306A-431A-49CB-98AE-0081C8B88AD1}" presName="parallelogramComposite" presStyleCnt="0"/>
      <dgm:spPr/>
    </dgm:pt>
    <dgm:pt modelId="{65FD68BD-B9EB-402A-AE81-B1523D830013}" type="pres">
      <dgm:prSet presAssocID="{5814306A-431A-49CB-98AE-0081C8B88AD1}" presName="parallelogram1" presStyleLbl="alignNode1" presStyleIdx="21" presStyleCnt="42"/>
      <dgm:spPr/>
    </dgm:pt>
    <dgm:pt modelId="{28D7312D-59DF-4D6F-B33C-3354B4831AE8}" type="pres">
      <dgm:prSet presAssocID="{5814306A-431A-49CB-98AE-0081C8B88AD1}" presName="parallelogram2" presStyleLbl="alignNode1" presStyleIdx="22" presStyleCnt="42"/>
      <dgm:spPr/>
    </dgm:pt>
    <dgm:pt modelId="{840EFC5B-CF2F-4333-AFDA-D78424AE0FBF}" type="pres">
      <dgm:prSet presAssocID="{5814306A-431A-49CB-98AE-0081C8B88AD1}" presName="parallelogram3" presStyleLbl="alignNode1" presStyleIdx="23" presStyleCnt="42"/>
      <dgm:spPr/>
    </dgm:pt>
    <dgm:pt modelId="{D45A400E-83C2-45EF-9862-455831A50610}" type="pres">
      <dgm:prSet presAssocID="{5814306A-431A-49CB-98AE-0081C8B88AD1}" presName="parallelogram4" presStyleLbl="alignNode1" presStyleIdx="24" presStyleCnt="42"/>
      <dgm:spPr/>
    </dgm:pt>
    <dgm:pt modelId="{86E14FB7-46F3-46AF-8DEA-619479413076}" type="pres">
      <dgm:prSet presAssocID="{5814306A-431A-49CB-98AE-0081C8B88AD1}" presName="parallelogram5" presStyleLbl="alignNode1" presStyleIdx="25" presStyleCnt="42"/>
      <dgm:spPr/>
    </dgm:pt>
    <dgm:pt modelId="{A48016F6-93C4-47BC-98E6-A489F6707EDC}" type="pres">
      <dgm:prSet presAssocID="{5814306A-431A-49CB-98AE-0081C8B88AD1}" presName="parallelogram6" presStyleLbl="alignNode1" presStyleIdx="26" presStyleCnt="42"/>
      <dgm:spPr/>
    </dgm:pt>
    <dgm:pt modelId="{5537BFE8-D3FE-4717-B78D-8D7C07890387}" type="pres">
      <dgm:prSet presAssocID="{5814306A-431A-49CB-98AE-0081C8B88AD1}" presName="parallelogram7" presStyleLbl="alignNode1" presStyleIdx="27" presStyleCnt="42"/>
      <dgm:spPr/>
    </dgm:pt>
    <dgm:pt modelId="{CF11AAE4-3C93-4C84-B4CC-EC7782A6C42D}" type="pres">
      <dgm:prSet presAssocID="{A858ABE4-C52A-4F82-8E04-A91627EB6EB7}" presName="sibTrans" presStyleCnt="0"/>
      <dgm:spPr/>
    </dgm:pt>
    <dgm:pt modelId="{925908FD-26DD-469D-80E7-1B5B587B5C09}" type="pres">
      <dgm:prSet presAssocID="{1629B504-F1DF-43CB-9ACD-D78ABB986EE2}" presName="parenttextcomposite" presStyleCnt="0"/>
      <dgm:spPr/>
    </dgm:pt>
    <dgm:pt modelId="{4B279BD6-6FA4-488B-A984-99DFE2A1901E}" type="pres">
      <dgm:prSet presAssocID="{1629B504-F1DF-43CB-9ACD-D78ABB986EE2}" presName="parenttext" presStyleLbl="revTx" presStyleIdx="4" presStyleCnt="6">
        <dgm:presLayoutVars>
          <dgm:chMax/>
          <dgm:chPref val="2"/>
          <dgm:bulletEnabled val="1"/>
        </dgm:presLayoutVars>
      </dgm:prSet>
      <dgm:spPr/>
    </dgm:pt>
    <dgm:pt modelId="{8C923FBA-44C1-47A9-B24E-8B247B9EA2E4}" type="pres">
      <dgm:prSet presAssocID="{1629B504-F1DF-43CB-9ACD-D78ABB986EE2}" presName="parallelogramComposite" presStyleCnt="0"/>
      <dgm:spPr/>
    </dgm:pt>
    <dgm:pt modelId="{BDADC854-E640-45E8-B8D4-AF9E66E058EB}" type="pres">
      <dgm:prSet presAssocID="{1629B504-F1DF-43CB-9ACD-D78ABB986EE2}" presName="parallelogram1" presStyleLbl="alignNode1" presStyleIdx="28" presStyleCnt="42"/>
      <dgm:spPr/>
    </dgm:pt>
    <dgm:pt modelId="{7437384C-83E2-46A9-A18B-5EAD2CE86274}" type="pres">
      <dgm:prSet presAssocID="{1629B504-F1DF-43CB-9ACD-D78ABB986EE2}" presName="parallelogram2" presStyleLbl="alignNode1" presStyleIdx="29" presStyleCnt="42"/>
      <dgm:spPr/>
    </dgm:pt>
    <dgm:pt modelId="{75A070CB-3ADA-4A59-B11B-DBB1550A2096}" type="pres">
      <dgm:prSet presAssocID="{1629B504-F1DF-43CB-9ACD-D78ABB986EE2}" presName="parallelogram3" presStyleLbl="alignNode1" presStyleIdx="30" presStyleCnt="42"/>
      <dgm:spPr/>
    </dgm:pt>
    <dgm:pt modelId="{51E58CC7-B36E-4267-ACDB-FF5B08EFE599}" type="pres">
      <dgm:prSet presAssocID="{1629B504-F1DF-43CB-9ACD-D78ABB986EE2}" presName="parallelogram4" presStyleLbl="alignNode1" presStyleIdx="31" presStyleCnt="42"/>
      <dgm:spPr/>
    </dgm:pt>
    <dgm:pt modelId="{1FA2B7E1-BF59-4251-A59D-D9E10A09EA0A}" type="pres">
      <dgm:prSet presAssocID="{1629B504-F1DF-43CB-9ACD-D78ABB986EE2}" presName="parallelogram5" presStyleLbl="alignNode1" presStyleIdx="32" presStyleCnt="42"/>
      <dgm:spPr/>
    </dgm:pt>
    <dgm:pt modelId="{776B6E69-3CC5-4F1E-A905-1DEEFBC8D359}" type="pres">
      <dgm:prSet presAssocID="{1629B504-F1DF-43CB-9ACD-D78ABB986EE2}" presName="parallelogram6" presStyleLbl="alignNode1" presStyleIdx="33" presStyleCnt="42"/>
      <dgm:spPr/>
    </dgm:pt>
    <dgm:pt modelId="{A46147D3-4C90-436C-AE64-641B527E8C1E}" type="pres">
      <dgm:prSet presAssocID="{1629B504-F1DF-43CB-9ACD-D78ABB986EE2}" presName="parallelogram7" presStyleLbl="alignNode1" presStyleIdx="34" presStyleCnt="42"/>
      <dgm:spPr/>
    </dgm:pt>
    <dgm:pt modelId="{62C3AAF9-94BD-49FC-ADBB-4310652F293F}" type="pres">
      <dgm:prSet presAssocID="{2ACB2C8A-289C-4987-BC9F-A6CD4026CC1E}" presName="sibTrans" presStyleCnt="0"/>
      <dgm:spPr/>
    </dgm:pt>
    <dgm:pt modelId="{76EFCC2C-362D-483C-96A1-5F7353E874AF}" type="pres">
      <dgm:prSet presAssocID="{FD3A4EF9-EA59-4D83-ACAC-BA0A2CF05A00}" presName="parenttextcomposite" presStyleCnt="0"/>
      <dgm:spPr/>
    </dgm:pt>
    <dgm:pt modelId="{7C9DF67B-D64B-430B-BE49-2212BE5281A0}" type="pres">
      <dgm:prSet presAssocID="{FD3A4EF9-EA59-4D83-ACAC-BA0A2CF05A00}" presName="parenttext" presStyleLbl="revTx" presStyleIdx="5" presStyleCnt="6">
        <dgm:presLayoutVars>
          <dgm:chMax/>
          <dgm:chPref val="2"/>
          <dgm:bulletEnabled val="1"/>
        </dgm:presLayoutVars>
      </dgm:prSet>
      <dgm:spPr/>
    </dgm:pt>
    <dgm:pt modelId="{E5CCE633-8F09-46EE-927E-C4737D2C15F5}" type="pres">
      <dgm:prSet presAssocID="{FD3A4EF9-EA59-4D83-ACAC-BA0A2CF05A00}" presName="parallelogramComposite" presStyleCnt="0"/>
      <dgm:spPr/>
    </dgm:pt>
    <dgm:pt modelId="{52210EFF-C4E4-4AE3-8140-C7CED0B83D00}" type="pres">
      <dgm:prSet presAssocID="{FD3A4EF9-EA59-4D83-ACAC-BA0A2CF05A00}" presName="parallelogram1" presStyleLbl="alignNode1" presStyleIdx="35" presStyleCnt="42"/>
      <dgm:spPr/>
    </dgm:pt>
    <dgm:pt modelId="{CFA48E8A-65ED-438A-8517-886BEE57ACF1}" type="pres">
      <dgm:prSet presAssocID="{FD3A4EF9-EA59-4D83-ACAC-BA0A2CF05A00}" presName="parallelogram2" presStyleLbl="alignNode1" presStyleIdx="36" presStyleCnt="42"/>
      <dgm:spPr/>
    </dgm:pt>
    <dgm:pt modelId="{4B7269AE-142B-4C37-9118-7C768078EE3C}" type="pres">
      <dgm:prSet presAssocID="{FD3A4EF9-EA59-4D83-ACAC-BA0A2CF05A00}" presName="parallelogram3" presStyleLbl="alignNode1" presStyleIdx="37" presStyleCnt="42"/>
      <dgm:spPr/>
    </dgm:pt>
    <dgm:pt modelId="{73CDEF75-F697-4014-B384-7F6D239F16B5}" type="pres">
      <dgm:prSet presAssocID="{FD3A4EF9-EA59-4D83-ACAC-BA0A2CF05A00}" presName="parallelogram4" presStyleLbl="alignNode1" presStyleIdx="38" presStyleCnt="42"/>
      <dgm:spPr/>
    </dgm:pt>
    <dgm:pt modelId="{EBB3D20F-04D7-4BD3-B5F4-4FEB6CABF53C}" type="pres">
      <dgm:prSet presAssocID="{FD3A4EF9-EA59-4D83-ACAC-BA0A2CF05A00}" presName="parallelogram5" presStyleLbl="alignNode1" presStyleIdx="39" presStyleCnt="42"/>
      <dgm:spPr/>
    </dgm:pt>
    <dgm:pt modelId="{8B9B857F-85E8-4E0B-BB42-EE826AB1E346}" type="pres">
      <dgm:prSet presAssocID="{FD3A4EF9-EA59-4D83-ACAC-BA0A2CF05A00}" presName="parallelogram6" presStyleLbl="alignNode1" presStyleIdx="40" presStyleCnt="42"/>
      <dgm:spPr/>
    </dgm:pt>
    <dgm:pt modelId="{FCEA3B65-E969-426C-891B-45FE5ECD912F}" type="pres">
      <dgm:prSet presAssocID="{FD3A4EF9-EA59-4D83-ACAC-BA0A2CF05A00}" presName="parallelogram7" presStyleLbl="alignNode1" presStyleIdx="41" presStyleCnt="42"/>
      <dgm:spPr/>
    </dgm:pt>
  </dgm:ptLst>
  <dgm:cxnLst>
    <dgm:cxn modelId="{FC7F0402-16C8-48D7-BE7A-09E6AC56F93B}" type="presOf" srcId="{B02F81C6-47D4-48C9-879D-C612CFB47A41}" destId="{F37BFF93-7B84-4FFB-AB4C-A555339BC73B}" srcOrd="0" destOrd="0" presId="urn:microsoft.com/office/officeart/2008/layout/VerticalAccentList"/>
    <dgm:cxn modelId="{B42FF245-5FD9-4774-81B4-54B45718FCCC}" srcId="{E791FD92-B904-4385-8B10-BD82D22677C7}" destId="{70762015-F352-4BEA-B96C-744B2E83A7C9}" srcOrd="0" destOrd="0" parTransId="{7F8FD0F2-2BB6-47B3-A03E-608389200785}" sibTransId="{66FCDFB1-DDDB-4EFC-ACF8-1E69D9074CA6}"/>
    <dgm:cxn modelId="{68FC046A-502D-414A-BC72-7DA20183B3A1}" type="presOf" srcId="{70762015-F352-4BEA-B96C-744B2E83A7C9}" destId="{E3C14235-9725-4AA5-956C-90A40B75A563}" srcOrd="0" destOrd="0" presId="urn:microsoft.com/office/officeart/2008/layout/VerticalAccentList"/>
    <dgm:cxn modelId="{CB12304B-D327-45F6-B4E0-D67C5F50236B}" type="presOf" srcId="{1629B504-F1DF-43CB-9ACD-D78ABB986EE2}" destId="{4B279BD6-6FA4-488B-A984-99DFE2A1901E}" srcOrd="0" destOrd="0" presId="urn:microsoft.com/office/officeart/2008/layout/VerticalAccentList"/>
    <dgm:cxn modelId="{E74EA96B-5CCE-430C-B294-7230985E63EF}" srcId="{E791FD92-B904-4385-8B10-BD82D22677C7}" destId="{1629B504-F1DF-43CB-9ACD-D78ABB986EE2}" srcOrd="4" destOrd="0" parTransId="{23DEE21B-F4C7-43AA-B238-B0FC8B691F67}" sibTransId="{2ACB2C8A-289C-4987-BC9F-A6CD4026CC1E}"/>
    <dgm:cxn modelId="{0A095550-9A90-4A12-8117-12B28826AB3C}" srcId="{E791FD92-B904-4385-8B10-BD82D22677C7}" destId="{FD3A4EF9-EA59-4D83-ACAC-BA0A2CF05A00}" srcOrd="5" destOrd="0" parTransId="{DAEC0DBF-5F58-493B-A848-62122B57DADC}" sibTransId="{F5ABF00B-0E58-4456-9B61-02B37F5119C7}"/>
    <dgm:cxn modelId="{81E42978-C33E-47D2-B992-DB41B0243AC3}" type="presOf" srcId="{FD3A4EF9-EA59-4D83-ACAC-BA0A2CF05A00}" destId="{7C9DF67B-D64B-430B-BE49-2212BE5281A0}" srcOrd="0" destOrd="0" presId="urn:microsoft.com/office/officeart/2008/layout/VerticalAccentList"/>
    <dgm:cxn modelId="{C365ECAD-2E7B-43EB-AEC4-63F50206DA19}" srcId="{E791FD92-B904-4385-8B10-BD82D22677C7}" destId="{3AE91AB4-2D84-4AED-A62F-480391E4B8ED}" srcOrd="2" destOrd="0" parTransId="{7C53391E-EC61-43B4-8F1D-5B6B0FAF62B9}" sibTransId="{8FD86047-77D7-4C21-BD22-52BED63766F6}"/>
    <dgm:cxn modelId="{D58735B8-FDD8-4B59-B223-4E91E365ED78}" srcId="{E791FD92-B904-4385-8B10-BD82D22677C7}" destId="{B02F81C6-47D4-48C9-879D-C612CFB47A41}" srcOrd="1" destOrd="0" parTransId="{F47D9CBB-AC9F-4647-8D9B-968BD3D2A1DA}" sibTransId="{B1FAFE02-871C-4C2D-A91C-F82154EE80B3}"/>
    <dgm:cxn modelId="{56FE7DBC-4A88-4E34-B76B-A1C41043A59D}" type="presOf" srcId="{E791FD92-B904-4385-8B10-BD82D22677C7}" destId="{DE02C988-E2C5-4FAC-94F7-95B6FE12DC36}" srcOrd="0" destOrd="0" presId="urn:microsoft.com/office/officeart/2008/layout/VerticalAccentList"/>
    <dgm:cxn modelId="{330B0DC6-A4EB-48CD-B95C-67CA31172F3C}" type="presOf" srcId="{3AE91AB4-2D84-4AED-A62F-480391E4B8ED}" destId="{57B6FD0C-1116-42B5-ACEA-EF1C40151502}" srcOrd="0" destOrd="0" presId="urn:microsoft.com/office/officeart/2008/layout/VerticalAccentList"/>
    <dgm:cxn modelId="{341C7DC9-CDA5-4285-8A8F-37C1E002D6BB}" srcId="{E791FD92-B904-4385-8B10-BD82D22677C7}" destId="{5814306A-431A-49CB-98AE-0081C8B88AD1}" srcOrd="3" destOrd="0" parTransId="{092913E5-79BF-4DF8-A7D6-269EAC2ADAB4}" sibTransId="{A858ABE4-C52A-4F82-8E04-A91627EB6EB7}"/>
    <dgm:cxn modelId="{2963CDEA-193A-4ED4-8F2B-E9661C4EDE90}" type="presOf" srcId="{5814306A-431A-49CB-98AE-0081C8B88AD1}" destId="{9D2D5B01-21AF-4498-B344-18C8DEDABFFE}" srcOrd="0" destOrd="0" presId="urn:microsoft.com/office/officeart/2008/layout/VerticalAccentList"/>
    <dgm:cxn modelId="{8D457A64-35BE-437F-A51E-8ED1134C0356}" type="presParOf" srcId="{DE02C988-E2C5-4FAC-94F7-95B6FE12DC36}" destId="{DBB942A6-94AE-4A7B-956D-A62C3AF69E9D}" srcOrd="0" destOrd="0" presId="urn:microsoft.com/office/officeart/2008/layout/VerticalAccentList"/>
    <dgm:cxn modelId="{72AEFB38-B056-447F-BC6A-AEB4CC154956}" type="presParOf" srcId="{DBB942A6-94AE-4A7B-956D-A62C3AF69E9D}" destId="{E3C14235-9725-4AA5-956C-90A40B75A563}" srcOrd="0" destOrd="0" presId="urn:microsoft.com/office/officeart/2008/layout/VerticalAccentList"/>
    <dgm:cxn modelId="{C2A45F5F-FB4B-455A-896B-93923D0D6F8C}" type="presParOf" srcId="{DE02C988-E2C5-4FAC-94F7-95B6FE12DC36}" destId="{E496F661-2728-496C-8EAA-8055170EA8B6}" srcOrd="1" destOrd="0" presId="urn:microsoft.com/office/officeart/2008/layout/VerticalAccentList"/>
    <dgm:cxn modelId="{D9BE5332-279B-4BC2-BA77-038F2B6983F9}" type="presParOf" srcId="{E496F661-2728-496C-8EAA-8055170EA8B6}" destId="{75DCEDC1-FB2A-4F59-A199-0B33DE8092FD}" srcOrd="0" destOrd="0" presId="urn:microsoft.com/office/officeart/2008/layout/VerticalAccentList"/>
    <dgm:cxn modelId="{0FB8D421-85F7-4A61-A2D3-B9EA4EFF6578}" type="presParOf" srcId="{E496F661-2728-496C-8EAA-8055170EA8B6}" destId="{C854EC45-6154-482A-8F16-258F9CDAD3E9}" srcOrd="1" destOrd="0" presId="urn:microsoft.com/office/officeart/2008/layout/VerticalAccentList"/>
    <dgm:cxn modelId="{F4694610-9F89-4B51-8E61-AC53783610AA}" type="presParOf" srcId="{E496F661-2728-496C-8EAA-8055170EA8B6}" destId="{15A58357-BF1A-432B-B4DD-E4E96B6DFAE3}" srcOrd="2" destOrd="0" presId="urn:microsoft.com/office/officeart/2008/layout/VerticalAccentList"/>
    <dgm:cxn modelId="{19C3BD5D-5B2E-467B-9C20-F462F1321AAF}" type="presParOf" srcId="{E496F661-2728-496C-8EAA-8055170EA8B6}" destId="{63D975E5-C177-4390-803B-27D2E9EF5E32}" srcOrd="3" destOrd="0" presId="urn:microsoft.com/office/officeart/2008/layout/VerticalAccentList"/>
    <dgm:cxn modelId="{076A0D5C-2567-4E67-981C-53206F9B69AE}" type="presParOf" srcId="{E496F661-2728-496C-8EAA-8055170EA8B6}" destId="{0A324B4A-05FF-435F-B42E-05FDED7FEA39}" srcOrd="4" destOrd="0" presId="urn:microsoft.com/office/officeart/2008/layout/VerticalAccentList"/>
    <dgm:cxn modelId="{42CE8C1B-CD18-482A-A959-E5CBFF0FCF51}" type="presParOf" srcId="{E496F661-2728-496C-8EAA-8055170EA8B6}" destId="{83446331-270D-43D9-8F85-A18047A7DCA9}" srcOrd="5" destOrd="0" presId="urn:microsoft.com/office/officeart/2008/layout/VerticalAccentList"/>
    <dgm:cxn modelId="{A9EE460D-98A7-49A5-8B5B-D1F8D45DED56}" type="presParOf" srcId="{E496F661-2728-496C-8EAA-8055170EA8B6}" destId="{0A39A4FB-212E-4105-A846-C19AAF1DD1EF}" srcOrd="6" destOrd="0" presId="urn:microsoft.com/office/officeart/2008/layout/VerticalAccentList"/>
    <dgm:cxn modelId="{4610F926-1B27-43CE-80D6-8A4654979E0F}" type="presParOf" srcId="{DE02C988-E2C5-4FAC-94F7-95B6FE12DC36}" destId="{8D122814-193B-4A7D-912B-8F73F458F546}" srcOrd="2" destOrd="0" presId="urn:microsoft.com/office/officeart/2008/layout/VerticalAccentList"/>
    <dgm:cxn modelId="{A12D2145-A56A-47BF-AFE9-D96390E9A5B5}" type="presParOf" srcId="{DE02C988-E2C5-4FAC-94F7-95B6FE12DC36}" destId="{1B300733-A953-4FDC-BE0F-36D609414851}" srcOrd="3" destOrd="0" presId="urn:microsoft.com/office/officeart/2008/layout/VerticalAccentList"/>
    <dgm:cxn modelId="{474C6A9C-D564-4325-90B3-E42C99A2AA54}" type="presParOf" srcId="{1B300733-A953-4FDC-BE0F-36D609414851}" destId="{F37BFF93-7B84-4FFB-AB4C-A555339BC73B}" srcOrd="0" destOrd="0" presId="urn:microsoft.com/office/officeart/2008/layout/VerticalAccentList"/>
    <dgm:cxn modelId="{6EC9F897-BA85-4CFF-906D-99072488341C}" type="presParOf" srcId="{DE02C988-E2C5-4FAC-94F7-95B6FE12DC36}" destId="{64B90569-D1E8-46AE-88B2-8B4A2BB5F68D}" srcOrd="4" destOrd="0" presId="urn:microsoft.com/office/officeart/2008/layout/VerticalAccentList"/>
    <dgm:cxn modelId="{0503B393-9BD3-47E9-A36C-C11E33DB11F3}" type="presParOf" srcId="{64B90569-D1E8-46AE-88B2-8B4A2BB5F68D}" destId="{821CE4DC-5780-4240-8C36-6B4F705A0BD2}" srcOrd="0" destOrd="0" presId="urn:microsoft.com/office/officeart/2008/layout/VerticalAccentList"/>
    <dgm:cxn modelId="{DCF5372F-9643-4073-BA02-52616287754A}" type="presParOf" srcId="{64B90569-D1E8-46AE-88B2-8B4A2BB5F68D}" destId="{F0D0484D-7C33-40EC-82BE-EC7E726466EE}" srcOrd="1" destOrd="0" presId="urn:microsoft.com/office/officeart/2008/layout/VerticalAccentList"/>
    <dgm:cxn modelId="{8CEAAF00-4B09-4807-97BA-046870D98D4B}" type="presParOf" srcId="{64B90569-D1E8-46AE-88B2-8B4A2BB5F68D}" destId="{BE5C2E94-B2A2-4DB8-A2F4-736BCE43A31C}" srcOrd="2" destOrd="0" presId="urn:microsoft.com/office/officeart/2008/layout/VerticalAccentList"/>
    <dgm:cxn modelId="{DFCDA2CC-72E2-416F-A691-FF962B4931A3}" type="presParOf" srcId="{64B90569-D1E8-46AE-88B2-8B4A2BB5F68D}" destId="{B7E9BF32-EE70-462C-A2CB-AF5A0E4F301A}" srcOrd="3" destOrd="0" presId="urn:microsoft.com/office/officeart/2008/layout/VerticalAccentList"/>
    <dgm:cxn modelId="{D6E5EABA-BDE0-4F0B-AFFB-7F77DAB36DED}" type="presParOf" srcId="{64B90569-D1E8-46AE-88B2-8B4A2BB5F68D}" destId="{AF80BF55-BC8E-463A-88C2-A7E44E6DDA98}" srcOrd="4" destOrd="0" presId="urn:microsoft.com/office/officeart/2008/layout/VerticalAccentList"/>
    <dgm:cxn modelId="{63D13C00-FC78-4718-835E-79BC993D66BD}" type="presParOf" srcId="{64B90569-D1E8-46AE-88B2-8B4A2BB5F68D}" destId="{C5F990D0-FC55-46B9-8778-25F97FA5CA58}" srcOrd="5" destOrd="0" presId="urn:microsoft.com/office/officeart/2008/layout/VerticalAccentList"/>
    <dgm:cxn modelId="{4C3C761F-5C5A-43CB-A0F0-654BF1E4BD9E}" type="presParOf" srcId="{64B90569-D1E8-46AE-88B2-8B4A2BB5F68D}" destId="{C251B173-BC01-45B5-869C-5B3F1FABB78C}" srcOrd="6" destOrd="0" presId="urn:microsoft.com/office/officeart/2008/layout/VerticalAccentList"/>
    <dgm:cxn modelId="{AF069483-8F6F-402B-B7AB-CCF09B2DECC1}" type="presParOf" srcId="{DE02C988-E2C5-4FAC-94F7-95B6FE12DC36}" destId="{494B754A-A4A9-43B2-9E7E-45727283959C}" srcOrd="5" destOrd="0" presId="urn:microsoft.com/office/officeart/2008/layout/VerticalAccentList"/>
    <dgm:cxn modelId="{6DC1E797-CBE5-44E2-B898-32EA3A8D1F53}" type="presParOf" srcId="{DE02C988-E2C5-4FAC-94F7-95B6FE12DC36}" destId="{212C1B0C-70D5-4237-B9BC-65EAA7B20875}" srcOrd="6" destOrd="0" presId="urn:microsoft.com/office/officeart/2008/layout/VerticalAccentList"/>
    <dgm:cxn modelId="{093A9EFD-D1B9-4221-8CCF-5675F782845E}" type="presParOf" srcId="{212C1B0C-70D5-4237-B9BC-65EAA7B20875}" destId="{57B6FD0C-1116-42B5-ACEA-EF1C40151502}" srcOrd="0" destOrd="0" presId="urn:microsoft.com/office/officeart/2008/layout/VerticalAccentList"/>
    <dgm:cxn modelId="{6EEBE758-32C1-4F24-95D0-BC691A2EB5A2}" type="presParOf" srcId="{DE02C988-E2C5-4FAC-94F7-95B6FE12DC36}" destId="{16B1576B-43E4-4F56-ABCB-337F454FDB43}" srcOrd="7" destOrd="0" presId="urn:microsoft.com/office/officeart/2008/layout/VerticalAccentList"/>
    <dgm:cxn modelId="{A2EE4865-B455-40F5-B30B-5B25BDBE3664}" type="presParOf" srcId="{16B1576B-43E4-4F56-ABCB-337F454FDB43}" destId="{B0640A19-1B4A-4EEA-BE98-8C5AC0B3208E}" srcOrd="0" destOrd="0" presId="urn:microsoft.com/office/officeart/2008/layout/VerticalAccentList"/>
    <dgm:cxn modelId="{890156EA-59BC-43AA-A242-633430B481B9}" type="presParOf" srcId="{16B1576B-43E4-4F56-ABCB-337F454FDB43}" destId="{3C72DDA0-6825-43A2-AF61-0AC0C2A792E5}" srcOrd="1" destOrd="0" presId="urn:microsoft.com/office/officeart/2008/layout/VerticalAccentList"/>
    <dgm:cxn modelId="{AD3B60F6-C263-44B6-8EAA-2E1562844BAE}" type="presParOf" srcId="{16B1576B-43E4-4F56-ABCB-337F454FDB43}" destId="{C6D94343-065C-43FA-9948-3C43AB2A15C7}" srcOrd="2" destOrd="0" presId="urn:microsoft.com/office/officeart/2008/layout/VerticalAccentList"/>
    <dgm:cxn modelId="{28BBA705-205B-4468-A799-685CAB9B2B3A}" type="presParOf" srcId="{16B1576B-43E4-4F56-ABCB-337F454FDB43}" destId="{63AA36CA-8141-4C42-86D6-6A12AD6399AB}" srcOrd="3" destOrd="0" presId="urn:microsoft.com/office/officeart/2008/layout/VerticalAccentList"/>
    <dgm:cxn modelId="{A7808A89-5A1E-4B01-BB00-B7BEE5DA9AC1}" type="presParOf" srcId="{16B1576B-43E4-4F56-ABCB-337F454FDB43}" destId="{0BF6246B-6C2E-4954-9C61-C40F363093D8}" srcOrd="4" destOrd="0" presId="urn:microsoft.com/office/officeart/2008/layout/VerticalAccentList"/>
    <dgm:cxn modelId="{091A3CDE-67F7-482B-B036-B7A8AAC16964}" type="presParOf" srcId="{16B1576B-43E4-4F56-ABCB-337F454FDB43}" destId="{6A2DC3E4-B0BA-437B-9124-84E6076D6796}" srcOrd="5" destOrd="0" presId="urn:microsoft.com/office/officeart/2008/layout/VerticalAccentList"/>
    <dgm:cxn modelId="{12D6222F-C6E7-4209-AF5F-911C9DF45734}" type="presParOf" srcId="{16B1576B-43E4-4F56-ABCB-337F454FDB43}" destId="{5DAD3A61-6C4B-465A-B758-AF9EDA75F9D6}" srcOrd="6" destOrd="0" presId="urn:microsoft.com/office/officeart/2008/layout/VerticalAccentList"/>
    <dgm:cxn modelId="{A4DDB77A-322E-443D-8302-43E196ECDD49}" type="presParOf" srcId="{DE02C988-E2C5-4FAC-94F7-95B6FE12DC36}" destId="{EBB5062A-C0DB-4793-8B04-329A17096FE4}" srcOrd="8" destOrd="0" presId="urn:microsoft.com/office/officeart/2008/layout/VerticalAccentList"/>
    <dgm:cxn modelId="{8157835D-F488-4BF9-AC1E-E86F22ABF954}" type="presParOf" srcId="{DE02C988-E2C5-4FAC-94F7-95B6FE12DC36}" destId="{FACC5EF7-21EF-4E0E-8F74-26B34432C56F}" srcOrd="9" destOrd="0" presId="urn:microsoft.com/office/officeart/2008/layout/VerticalAccentList"/>
    <dgm:cxn modelId="{E65477E2-DC4F-49FA-9EED-2E6608BCC7C9}" type="presParOf" srcId="{FACC5EF7-21EF-4E0E-8F74-26B34432C56F}" destId="{9D2D5B01-21AF-4498-B344-18C8DEDABFFE}" srcOrd="0" destOrd="0" presId="urn:microsoft.com/office/officeart/2008/layout/VerticalAccentList"/>
    <dgm:cxn modelId="{F5019093-B1AB-4093-B93B-919AE9BD33B2}" type="presParOf" srcId="{DE02C988-E2C5-4FAC-94F7-95B6FE12DC36}" destId="{333484F3-5BC5-43F3-96E2-A10636A08E6D}" srcOrd="10" destOrd="0" presId="urn:microsoft.com/office/officeart/2008/layout/VerticalAccentList"/>
    <dgm:cxn modelId="{D0D5D9FE-0518-4C17-9635-6EB284074A58}" type="presParOf" srcId="{333484F3-5BC5-43F3-96E2-A10636A08E6D}" destId="{65FD68BD-B9EB-402A-AE81-B1523D830013}" srcOrd="0" destOrd="0" presId="urn:microsoft.com/office/officeart/2008/layout/VerticalAccentList"/>
    <dgm:cxn modelId="{967748E0-4CA9-4A67-85AB-5716DD77D236}" type="presParOf" srcId="{333484F3-5BC5-43F3-96E2-A10636A08E6D}" destId="{28D7312D-59DF-4D6F-B33C-3354B4831AE8}" srcOrd="1" destOrd="0" presId="urn:microsoft.com/office/officeart/2008/layout/VerticalAccentList"/>
    <dgm:cxn modelId="{46C1BD51-D55F-489F-89D4-7F9960B87C42}" type="presParOf" srcId="{333484F3-5BC5-43F3-96E2-A10636A08E6D}" destId="{840EFC5B-CF2F-4333-AFDA-D78424AE0FBF}" srcOrd="2" destOrd="0" presId="urn:microsoft.com/office/officeart/2008/layout/VerticalAccentList"/>
    <dgm:cxn modelId="{EBBEE46A-DBFB-40FF-83C4-FD52643345B5}" type="presParOf" srcId="{333484F3-5BC5-43F3-96E2-A10636A08E6D}" destId="{D45A400E-83C2-45EF-9862-455831A50610}" srcOrd="3" destOrd="0" presId="urn:microsoft.com/office/officeart/2008/layout/VerticalAccentList"/>
    <dgm:cxn modelId="{D89A434F-6568-43FF-A1E7-E22A0614AF22}" type="presParOf" srcId="{333484F3-5BC5-43F3-96E2-A10636A08E6D}" destId="{86E14FB7-46F3-46AF-8DEA-619479413076}" srcOrd="4" destOrd="0" presId="urn:microsoft.com/office/officeart/2008/layout/VerticalAccentList"/>
    <dgm:cxn modelId="{D4B80D83-9508-4901-9F8F-EB9300371616}" type="presParOf" srcId="{333484F3-5BC5-43F3-96E2-A10636A08E6D}" destId="{A48016F6-93C4-47BC-98E6-A489F6707EDC}" srcOrd="5" destOrd="0" presId="urn:microsoft.com/office/officeart/2008/layout/VerticalAccentList"/>
    <dgm:cxn modelId="{0FE83E2A-6268-4BEB-82D6-99793D3483D3}" type="presParOf" srcId="{333484F3-5BC5-43F3-96E2-A10636A08E6D}" destId="{5537BFE8-D3FE-4717-B78D-8D7C07890387}" srcOrd="6" destOrd="0" presId="urn:microsoft.com/office/officeart/2008/layout/VerticalAccentList"/>
    <dgm:cxn modelId="{6F5C6BBF-204A-4A11-84B1-5E6F7DC50E99}" type="presParOf" srcId="{DE02C988-E2C5-4FAC-94F7-95B6FE12DC36}" destId="{CF11AAE4-3C93-4C84-B4CC-EC7782A6C42D}" srcOrd="11" destOrd="0" presId="urn:microsoft.com/office/officeart/2008/layout/VerticalAccentList"/>
    <dgm:cxn modelId="{F83F1E1A-7F55-4205-B806-CEE70B3EAAAF}" type="presParOf" srcId="{DE02C988-E2C5-4FAC-94F7-95B6FE12DC36}" destId="{925908FD-26DD-469D-80E7-1B5B587B5C09}" srcOrd="12" destOrd="0" presId="urn:microsoft.com/office/officeart/2008/layout/VerticalAccentList"/>
    <dgm:cxn modelId="{D638C796-9ABE-48BC-95FD-4B858C453FEA}" type="presParOf" srcId="{925908FD-26DD-469D-80E7-1B5B587B5C09}" destId="{4B279BD6-6FA4-488B-A984-99DFE2A1901E}" srcOrd="0" destOrd="0" presId="urn:microsoft.com/office/officeart/2008/layout/VerticalAccentList"/>
    <dgm:cxn modelId="{29567CF3-7A89-4B35-A681-1026BF01FC81}" type="presParOf" srcId="{DE02C988-E2C5-4FAC-94F7-95B6FE12DC36}" destId="{8C923FBA-44C1-47A9-B24E-8B247B9EA2E4}" srcOrd="13" destOrd="0" presId="urn:microsoft.com/office/officeart/2008/layout/VerticalAccentList"/>
    <dgm:cxn modelId="{6D109CDC-25F2-4A03-8084-70586F0BCADB}" type="presParOf" srcId="{8C923FBA-44C1-47A9-B24E-8B247B9EA2E4}" destId="{BDADC854-E640-45E8-B8D4-AF9E66E058EB}" srcOrd="0" destOrd="0" presId="urn:microsoft.com/office/officeart/2008/layout/VerticalAccentList"/>
    <dgm:cxn modelId="{0DB27135-63EE-42B3-BCEE-85109ADBAFE3}" type="presParOf" srcId="{8C923FBA-44C1-47A9-B24E-8B247B9EA2E4}" destId="{7437384C-83E2-46A9-A18B-5EAD2CE86274}" srcOrd="1" destOrd="0" presId="urn:microsoft.com/office/officeart/2008/layout/VerticalAccentList"/>
    <dgm:cxn modelId="{9F6E6DC2-B2C1-406C-A907-D0EBD2882549}" type="presParOf" srcId="{8C923FBA-44C1-47A9-B24E-8B247B9EA2E4}" destId="{75A070CB-3ADA-4A59-B11B-DBB1550A2096}" srcOrd="2" destOrd="0" presId="urn:microsoft.com/office/officeart/2008/layout/VerticalAccentList"/>
    <dgm:cxn modelId="{8443EBEB-B322-452F-8D70-45622FD89B69}" type="presParOf" srcId="{8C923FBA-44C1-47A9-B24E-8B247B9EA2E4}" destId="{51E58CC7-B36E-4267-ACDB-FF5B08EFE599}" srcOrd="3" destOrd="0" presId="urn:microsoft.com/office/officeart/2008/layout/VerticalAccentList"/>
    <dgm:cxn modelId="{62304468-98BB-47FB-BE82-6E49ED4EEE9C}" type="presParOf" srcId="{8C923FBA-44C1-47A9-B24E-8B247B9EA2E4}" destId="{1FA2B7E1-BF59-4251-A59D-D9E10A09EA0A}" srcOrd="4" destOrd="0" presId="urn:microsoft.com/office/officeart/2008/layout/VerticalAccentList"/>
    <dgm:cxn modelId="{38BEC1A1-D791-4C58-BC74-090179B2587D}" type="presParOf" srcId="{8C923FBA-44C1-47A9-B24E-8B247B9EA2E4}" destId="{776B6E69-3CC5-4F1E-A905-1DEEFBC8D359}" srcOrd="5" destOrd="0" presId="urn:microsoft.com/office/officeart/2008/layout/VerticalAccentList"/>
    <dgm:cxn modelId="{AB557D07-7238-410E-A9B2-8655FC4392F4}" type="presParOf" srcId="{8C923FBA-44C1-47A9-B24E-8B247B9EA2E4}" destId="{A46147D3-4C90-436C-AE64-641B527E8C1E}" srcOrd="6" destOrd="0" presId="urn:microsoft.com/office/officeart/2008/layout/VerticalAccentList"/>
    <dgm:cxn modelId="{258A26ED-E9BA-41F7-9977-0A8EF7E317D5}" type="presParOf" srcId="{DE02C988-E2C5-4FAC-94F7-95B6FE12DC36}" destId="{62C3AAF9-94BD-49FC-ADBB-4310652F293F}" srcOrd="14" destOrd="0" presId="urn:microsoft.com/office/officeart/2008/layout/VerticalAccentList"/>
    <dgm:cxn modelId="{E69B8789-243B-4DC0-AF6F-9D2B45F29861}" type="presParOf" srcId="{DE02C988-E2C5-4FAC-94F7-95B6FE12DC36}" destId="{76EFCC2C-362D-483C-96A1-5F7353E874AF}" srcOrd="15" destOrd="0" presId="urn:microsoft.com/office/officeart/2008/layout/VerticalAccentList"/>
    <dgm:cxn modelId="{A72A8F64-6B8F-428B-B188-5E810BE735E9}" type="presParOf" srcId="{76EFCC2C-362D-483C-96A1-5F7353E874AF}" destId="{7C9DF67B-D64B-430B-BE49-2212BE5281A0}" srcOrd="0" destOrd="0" presId="urn:microsoft.com/office/officeart/2008/layout/VerticalAccentList"/>
    <dgm:cxn modelId="{A0EACA4E-33FE-4D7B-BC04-1D2E4DB5F34A}" type="presParOf" srcId="{DE02C988-E2C5-4FAC-94F7-95B6FE12DC36}" destId="{E5CCE633-8F09-46EE-927E-C4737D2C15F5}" srcOrd="16" destOrd="0" presId="urn:microsoft.com/office/officeart/2008/layout/VerticalAccentList"/>
    <dgm:cxn modelId="{40BA5FC6-596E-478D-8BED-E2DDA75A9226}" type="presParOf" srcId="{E5CCE633-8F09-46EE-927E-C4737D2C15F5}" destId="{52210EFF-C4E4-4AE3-8140-C7CED0B83D00}" srcOrd="0" destOrd="0" presId="urn:microsoft.com/office/officeart/2008/layout/VerticalAccentList"/>
    <dgm:cxn modelId="{8FB6573D-6AFB-43A3-A59F-3D192A074707}" type="presParOf" srcId="{E5CCE633-8F09-46EE-927E-C4737D2C15F5}" destId="{CFA48E8A-65ED-438A-8517-886BEE57ACF1}" srcOrd="1" destOrd="0" presId="urn:microsoft.com/office/officeart/2008/layout/VerticalAccentList"/>
    <dgm:cxn modelId="{350EEAF5-7896-4CDD-AF6C-15F1C636E168}" type="presParOf" srcId="{E5CCE633-8F09-46EE-927E-C4737D2C15F5}" destId="{4B7269AE-142B-4C37-9118-7C768078EE3C}" srcOrd="2" destOrd="0" presId="urn:microsoft.com/office/officeart/2008/layout/VerticalAccentList"/>
    <dgm:cxn modelId="{A3CF2679-8E59-4D77-8938-90BD774701F9}" type="presParOf" srcId="{E5CCE633-8F09-46EE-927E-C4737D2C15F5}" destId="{73CDEF75-F697-4014-B384-7F6D239F16B5}" srcOrd="3" destOrd="0" presId="urn:microsoft.com/office/officeart/2008/layout/VerticalAccentList"/>
    <dgm:cxn modelId="{226A068E-CACB-41DA-BF61-1AC9BC3525B6}" type="presParOf" srcId="{E5CCE633-8F09-46EE-927E-C4737D2C15F5}" destId="{EBB3D20F-04D7-4BD3-B5F4-4FEB6CABF53C}" srcOrd="4" destOrd="0" presId="urn:microsoft.com/office/officeart/2008/layout/VerticalAccentList"/>
    <dgm:cxn modelId="{81184019-FAB7-4F2A-A82E-B836D1E2B262}" type="presParOf" srcId="{E5CCE633-8F09-46EE-927E-C4737D2C15F5}" destId="{8B9B857F-85E8-4E0B-BB42-EE826AB1E346}" srcOrd="5" destOrd="0" presId="urn:microsoft.com/office/officeart/2008/layout/VerticalAccentList"/>
    <dgm:cxn modelId="{81774A93-EE87-40A4-A94A-60582C40D424}" type="presParOf" srcId="{E5CCE633-8F09-46EE-927E-C4737D2C15F5}" destId="{FCEA3B65-E969-426C-891B-45FE5ECD912F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7069136-12FF-4A68-8208-7DD9458AB005}" type="doc">
      <dgm:prSet loTypeId="urn:microsoft.com/office/officeart/2008/layout/Vertical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E50D7A93-848D-4A35-8FDD-832428E98139}">
      <dgm:prSet phldrT="[Texte]" custT="1"/>
      <dgm:spPr/>
      <dgm:t>
        <a:bodyPr/>
        <a:lstStyle/>
        <a:p>
          <a:r>
            <a:rPr lang="fr-FR" sz="1400" b="1" dirty="0"/>
            <a:t>Comprendre la stabilité politique dans le monde</a:t>
          </a:r>
        </a:p>
      </dgm:t>
    </dgm:pt>
    <dgm:pt modelId="{5209D434-FA5D-4DDC-BDC4-4AAA11F2942C}" type="parTrans" cxnId="{4EB4F1E8-3506-4F23-956B-3F27B8233D36}">
      <dgm:prSet/>
      <dgm:spPr/>
      <dgm:t>
        <a:bodyPr/>
        <a:lstStyle/>
        <a:p>
          <a:endParaRPr lang="fr-FR"/>
        </a:p>
      </dgm:t>
    </dgm:pt>
    <dgm:pt modelId="{C024E198-730D-47AE-AAD8-27DEEDBA1782}" type="sibTrans" cxnId="{4EB4F1E8-3506-4F23-956B-3F27B8233D36}">
      <dgm:prSet/>
      <dgm:spPr/>
      <dgm:t>
        <a:bodyPr/>
        <a:lstStyle/>
        <a:p>
          <a:endParaRPr lang="fr-FR"/>
        </a:p>
      </dgm:t>
    </dgm:pt>
    <dgm:pt modelId="{1F187EE0-DC1D-4C33-80B6-09524C1CD416}">
      <dgm:prSet custT="1"/>
      <dgm:spPr/>
      <dgm:t>
        <a:bodyPr/>
        <a:lstStyle/>
        <a:p>
          <a:r>
            <a:rPr lang="fr-FR" sz="1400" b="1"/>
            <a:t>Visuel de la densité de la population</a:t>
          </a:r>
        </a:p>
      </dgm:t>
    </dgm:pt>
    <dgm:pt modelId="{410C0B3E-BE12-4228-AD5C-095DF405B987}" type="parTrans" cxnId="{BE8142D0-3DB5-4A07-95DD-932072825791}">
      <dgm:prSet/>
      <dgm:spPr/>
      <dgm:t>
        <a:bodyPr/>
        <a:lstStyle/>
        <a:p>
          <a:endParaRPr lang="fr-FR"/>
        </a:p>
      </dgm:t>
    </dgm:pt>
    <dgm:pt modelId="{A315683B-FB87-4DCC-8440-66823EDBD821}" type="sibTrans" cxnId="{BE8142D0-3DB5-4A07-95DD-932072825791}">
      <dgm:prSet/>
      <dgm:spPr/>
      <dgm:t>
        <a:bodyPr/>
        <a:lstStyle/>
        <a:p>
          <a:endParaRPr lang="fr-FR"/>
        </a:p>
      </dgm:t>
    </dgm:pt>
    <dgm:pt modelId="{14F7CB2C-ADE5-4A8C-8D32-35B57CB44081}">
      <dgm:prSet custT="1"/>
      <dgm:spPr/>
      <dgm:t>
        <a:bodyPr/>
        <a:lstStyle/>
        <a:p>
          <a:r>
            <a:rPr lang="fr-FR" sz="1400" b="1"/>
            <a:t>Part de la population par continent ayant accès des infrastructures d’eau potable</a:t>
          </a:r>
        </a:p>
      </dgm:t>
    </dgm:pt>
    <dgm:pt modelId="{5B31DB09-8AD9-4090-A8BD-756A7BC59C94}" type="parTrans" cxnId="{F5966438-9B22-4CCF-9F29-26421438632A}">
      <dgm:prSet/>
      <dgm:spPr/>
      <dgm:t>
        <a:bodyPr/>
        <a:lstStyle/>
        <a:p>
          <a:endParaRPr lang="fr-FR"/>
        </a:p>
      </dgm:t>
    </dgm:pt>
    <dgm:pt modelId="{5D646E41-B0F7-4288-8629-3FA5042CC100}" type="sibTrans" cxnId="{F5966438-9B22-4CCF-9F29-26421438632A}">
      <dgm:prSet/>
      <dgm:spPr/>
      <dgm:t>
        <a:bodyPr/>
        <a:lstStyle/>
        <a:p>
          <a:endParaRPr lang="fr-FR"/>
        </a:p>
      </dgm:t>
    </dgm:pt>
    <dgm:pt modelId="{ABFB69F6-A909-4ACE-B8C9-5AA35EC11691}">
      <dgm:prSet custT="1"/>
      <dgm:spPr/>
      <dgm:t>
        <a:bodyPr/>
        <a:lstStyle/>
        <a:p>
          <a:r>
            <a:rPr lang="fr-FR" sz="1400" b="1"/>
            <a:t>Taux de mortalité due à l'insalubrité de l'eau par région</a:t>
          </a:r>
        </a:p>
      </dgm:t>
    </dgm:pt>
    <dgm:pt modelId="{36262FA9-723C-4870-AC2A-884B44255F2E}" type="parTrans" cxnId="{2ECAD5E8-F5BD-4E46-9263-06996B39FF0A}">
      <dgm:prSet/>
      <dgm:spPr/>
      <dgm:t>
        <a:bodyPr/>
        <a:lstStyle/>
        <a:p>
          <a:endParaRPr lang="fr-FR"/>
        </a:p>
      </dgm:t>
    </dgm:pt>
    <dgm:pt modelId="{7B0685D8-0689-4499-8A87-271F020904D8}" type="sibTrans" cxnId="{2ECAD5E8-F5BD-4E46-9263-06996B39FF0A}">
      <dgm:prSet/>
      <dgm:spPr/>
      <dgm:t>
        <a:bodyPr/>
        <a:lstStyle/>
        <a:p>
          <a:endParaRPr lang="fr-FR"/>
        </a:p>
      </dgm:t>
    </dgm:pt>
    <dgm:pt modelId="{47A5B71F-9B76-421B-B72E-87E149FD9262}">
      <dgm:prSet custT="1"/>
      <dgm:spPr/>
      <dgm:t>
        <a:bodyPr/>
        <a:lstStyle/>
        <a:p>
          <a:r>
            <a:rPr lang="fr-FR" sz="1400" b="1" dirty="0"/>
            <a:t>Évolution du rapport entre l'accès à l'eau potable et l'instabilité politique et infrastructure d'eau</a:t>
          </a:r>
        </a:p>
      </dgm:t>
    </dgm:pt>
    <dgm:pt modelId="{D2C95721-BD5C-4814-BE7E-26DC03AD632C}" type="parTrans" cxnId="{4E276BF4-E74C-42D6-BDDA-D9EE889E62BA}">
      <dgm:prSet/>
      <dgm:spPr/>
      <dgm:t>
        <a:bodyPr/>
        <a:lstStyle/>
        <a:p>
          <a:endParaRPr lang="fr-FR"/>
        </a:p>
      </dgm:t>
    </dgm:pt>
    <dgm:pt modelId="{5C8D6255-7CC6-413F-B067-09537EDF74F5}" type="sibTrans" cxnId="{4E276BF4-E74C-42D6-BDDA-D9EE889E62BA}">
      <dgm:prSet/>
      <dgm:spPr/>
      <dgm:t>
        <a:bodyPr/>
        <a:lstStyle/>
        <a:p>
          <a:endParaRPr lang="fr-FR"/>
        </a:p>
      </dgm:t>
    </dgm:pt>
    <dgm:pt modelId="{5B45AD5E-192B-4772-ACB7-3BCCC1C1D8AA}">
      <dgm:prSet custT="1"/>
      <dgm:spPr/>
      <dgm:t>
        <a:bodyPr/>
        <a:lstStyle/>
        <a:p>
          <a:r>
            <a:rPr lang="fr-FR" sz="1400" b="1"/>
            <a:t>Évolution de la moyenne de la stabilité politique des régions</a:t>
          </a:r>
        </a:p>
      </dgm:t>
    </dgm:pt>
    <dgm:pt modelId="{FF75F9E0-2AF2-4755-AC2A-30519DF248F5}" type="parTrans" cxnId="{9E408A1E-6955-4682-8328-AD82650192DA}">
      <dgm:prSet/>
      <dgm:spPr/>
      <dgm:t>
        <a:bodyPr/>
        <a:lstStyle/>
        <a:p>
          <a:endParaRPr lang="fr-FR"/>
        </a:p>
      </dgm:t>
    </dgm:pt>
    <dgm:pt modelId="{E7720EA1-F08B-4283-8AAE-76485E6D47DF}" type="sibTrans" cxnId="{9E408A1E-6955-4682-8328-AD82650192DA}">
      <dgm:prSet/>
      <dgm:spPr/>
      <dgm:t>
        <a:bodyPr/>
        <a:lstStyle/>
        <a:p>
          <a:endParaRPr lang="fr-FR"/>
        </a:p>
      </dgm:t>
    </dgm:pt>
    <dgm:pt modelId="{4EBEF712-9A08-4B84-9E04-B959180FDA98}">
      <dgm:prSet custT="1"/>
      <dgm:spPr/>
      <dgm:t>
        <a:bodyPr/>
        <a:lstStyle/>
        <a:p>
          <a:r>
            <a:rPr lang="fr-FR" sz="1400" b="1" dirty="0"/>
            <a:t>Population totale et taux d'urbanisation</a:t>
          </a:r>
        </a:p>
      </dgm:t>
    </dgm:pt>
    <dgm:pt modelId="{2D809A45-46DC-422F-A7C0-6D471E4C2CB4}" type="parTrans" cxnId="{D509B2BA-D626-4398-804D-D052F06867E0}">
      <dgm:prSet/>
      <dgm:spPr/>
      <dgm:t>
        <a:bodyPr/>
        <a:lstStyle/>
        <a:p>
          <a:endParaRPr lang="fr-FR"/>
        </a:p>
      </dgm:t>
    </dgm:pt>
    <dgm:pt modelId="{53E15393-5CB7-470F-A25C-3E8F6B669D17}" type="sibTrans" cxnId="{D509B2BA-D626-4398-804D-D052F06867E0}">
      <dgm:prSet/>
      <dgm:spPr/>
      <dgm:t>
        <a:bodyPr/>
        <a:lstStyle/>
        <a:p>
          <a:endParaRPr lang="fr-FR"/>
        </a:p>
      </dgm:t>
    </dgm:pt>
    <dgm:pt modelId="{B51E619E-2E88-4136-A15A-294DD67C4A6D}" type="pres">
      <dgm:prSet presAssocID="{77069136-12FF-4A68-8208-7DD9458AB005}" presName="Name0" presStyleCnt="0">
        <dgm:presLayoutVars>
          <dgm:chMax/>
          <dgm:chPref/>
          <dgm:dir/>
        </dgm:presLayoutVars>
      </dgm:prSet>
      <dgm:spPr/>
    </dgm:pt>
    <dgm:pt modelId="{D6E8482B-5105-4EDB-86A8-33230B9A40C3}" type="pres">
      <dgm:prSet presAssocID="{E50D7A93-848D-4A35-8FDD-832428E98139}" presName="parenttextcomposite" presStyleCnt="0"/>
      <dgm:spPr/>
    </dgm:pt>
    <dgm:pt modelId="{ED9F7CB9-EA52-49A7-A9AF-4B61C13369EE}" type="pres">
      <dgm:prSet presAssocID="{E50D7A93-848D-4A35-8FDD-832428E98139}" presName="parenttext" presStyleLbl="revTx" presStyleIdx="0" presStyleCnt="7">
        <dgm:presLayoutVars>
          <dgm:chMax/>
          <dgm:chPref val="2"/>
          <dgm:bulletEnabled val="1"/>
        </dgm:presLayoutVars>
      </dgm:prSet>
      <dgm:spPr/>
    </dgm:pt>
    <dgm:pt modelId="{CD949997-9469-431A-ACFA-31DDA187A550}" type="pres">
      <dgm:prSet presAssocID="{E50D7A93-848D-4A35-8FDD-832428E98139}" presName="parallelogramComposite" presStyleCnt="0"/>
      <dgm:spPr/>
    </dgm:pt>
    <dgm:pt modelId="{CB48F34F-0854-4B85-ACA6-C6ABE4642D6F}" type="pres">
      <dgm:prSet presAssocID="{E50D7A93-848D-4A35-8FDD-832428E98139}" presName="parallelogram1" presStyleLbl="alignNode1" presStyleIdx="0" presStyleCnt="49"/>
      <dgm:spPr/>
    </dgm:pt>
    <dgm:pt modelId="{5E6C3104-5282-464E-BD20-00802798C721}" type="pres">
      <dgm:prSet presAssocID="{E50D7A93-848D-4A35-8FDD-832428E98139}" presName="parallelogram2" presStyleLbl="alignNode1" presStyleIdx="1" presStyleCnt="49"/>
      <dgm:spPr/>
    </dgm:pt>
    <dgm:pt modelId="{6D8888EC-74DA-47B7-9DBD-FD3E4CF4C0E3}" type="pres">
      <dgm:prSet presAssocID="{E50D7A93-848D-4A35-8FDD-832428E98139}" presName="parallelogram3" presStyleLbl="alignNode1" presStyleIdx="2" presStyleCnt="49"/>
      <dgm:spPr/>
    </dgm:pt>
    <dgm:pt modelId="{C93E21B0-1679-421D-9421-DFC6706C52B5}" type="pres">
      <dgm:prSet presAssocID="{E50D7A93-848D-4A35-8FDD-832428E98139}" presName="parallelogram4" presStyleLbl="alignNode1" presStyleIdx="3" presStyleCnt="49"/>
      <dgm:spPr/>
    </dgm:pt>
    <dgm:pt modelId="{234B1922-7035-4FB4-96D4-2B762C86CA0F}" type="pres">
      <dgm:prSet presAssocID="{E50D7A93-848D-4A35-8FDD-832428E98139}" presName="parallelogram5" presStyleLbl="alignNode1" presStyleIdx="4" presStyleCnt="49"/>
      <dgm:spPr/>
    </dgm:pt>
    <dgm:pt modelId="{4E4EE8C3-0D31-4741-9ABF-9E02D161B8CE}" type="pres">
      <dgm:prSet presAssocID="{E50D7A93-848D-4A35-8FDD-832428E98139}" presName="parallelogram6" presStyleLbl="alignNode1" presStyleIdx="5" presStyleCnt="49"/>
      <dgm:spPr/>
    </dgm:pt>
    <dgm:pt modelId="{B4B3AC8F-142B-42E2-A8F4-B9700F872920}" type="pres">
      <dgm:prSet presAssocID="{E50D7A93-848D-4A35-8FDD-832428E98139}" presName="parallelogram7" presStyleLbl="alignNode1" presStyleIdx="6" presStyleCnt="49"/>
      <dgm:spPr/>
    </dgm:pt>
    <dgm:pt modelId="{56E426E4-C0A4-4E75-9F82-ADE049CB0491}" type="pres">
      <dgm:prSet presAssocID="{C024E198-730D-47AE-AAD8-27DEEDBA1782}" presName="sibTrans" presStyleCnt="0"/>
      <dgm:spPr/>
    </dgm:pt>
    <dgm:pt modelId="{A0DC2AF0-8501-4CB0-90CF-6A1530128224}" type="pres">
      <dgm:prSet presAssocID="{1F187EE0-DC1D-4C33-80B6-09524C1CD416}" presName="parenttextcomposite" presStyleCnt="0"/>
      <dgm:spPr/>
    </dgm:pt>
    <dgm:pt modelId="{A10A433D-17DD-41CE-AEDD-6DC4D997FA87}" type="pres">
      <dgm:prSet presAssocID="{1F187EE0-DC1D-4C33-80B6-09524C1CD416}" presName="parenttext" presStyleLbl="revTx" presStyleIdx="1" presStyleCnt="7">
        <dgm:presLayoutVars>
          <dgm:chMax/>
          <dgm:chPref val="2"/>
          <dgm:bulletEnabled val="1"/>
        </dgm:presLayoutVars>
      </dgm:prSet>
      <dgm:spPr/>
    </dgm:pt>
    <dgm:pt modelId="{9AE360E0-2D5F-46F1-97E1-668B6E11A8CE}" type="pres">
      <dgm:prSet presAssocID="{1F187EE0-DC1D-4C33-80B6-09524C1CD416}" presName="parallelogramComposite" presStyleCnt="0"/>
      <dgm:spPr/>
    </dgm:pt>
    <dgm:pt modelId="{7C8F212C-07A0-49FA-86C4-76624BBA2E6A}" type="pres">
      <dgm:prSet presAssocID="{1F187EE0-DC1D-4C33-80B6-09524C1CD416}" presName="parallelogram1" presStyleLbl="alignNode1" presStyleIdx="7" presStyleCnt="49"/>
      <dgm:spPr/>
    </dgm:pt>
    <dgm:pt modelId="{B4ABF314-96FF-4E34-A91D-603F5D51467B}" type="pres">
      <dgm:prSet presAssocID="{1F187EE0-DC1D-4C33-80B6-09524C1CD416}" presName="parallelogram2" presStyleLbl="alignNode1" presStyleIdx="8" presStyleCnt="49"/>
      <dgm:spPr/>
    </dgm:pt>
    <dgm:pt modelId="{676B5F95-C690-4E79-BF80-1DBF407C6480}" type="pres">
      <dgm:prSet presAssocID="{1F187EE0-DC1D-4C33-80B6-09524C1CD416}" presName="parallelogram3" presStyleLbl="alignNode1" presStyleIdx="9" presStyleCnt="49"/>
      <dgm:spPr/>
    </dgm:pt>
    <dgm:pt modelId="{3EE47BE3-FB2A-47BE-8A48-C7EC9EC4B9A6}" type="pres">
      <dgm:prSet presAssocID="{1F187EE0-DC1D-4C33-80B6-09524C1CD416}" presName="parallelogram4" presStyleLbl="alignNode1" presStyleIdx="10" presStyleCnt="49"/>
      <dgm:spPr/>
    </dgm:pt>
    <dgm:pt modelId="{B1B9735B-B47D-42AC-9EB2-EB58C430AD80}" type="pres">
      <dgm:prSet presAssocID="{1F187EE0-DC1D-4C33-80B6-09524C1CD416}" presName="parallelogram5" presStyleLbl="alignNode1" presStyleIdx="11" presStyleCnt="49"/>
      <dgm:spPr/>
    </dgm:pt>
    <dgm:pt modelId="{BD8A8A95-5E72-47FC-A18A-FF5985ACBDBE}" type="pres">
      <dgm:prSet presAssocID="{1F187EE0-DC1D-4C33-80B6-09524C1CD416}" presName="parallelogram6" presStyleLbl="alignNode1" presStyleIdx="12" presStyleCnt="49"/>
      <dgm:spPr/>
    </dgm:pt>
    <dgm:pt modelId="{4B393D33-308D-4165-A85A-00EA55EDDDF4}" type="pres">
      <dgm:prSet presAssocID="{1F187EE0-DC1D-4C33-80B6-09524C1CD416}" presName="parallelogram7" presStyleLbl="alignNode1" presStyleIdx="13" presStyleCnt="49"/>
      <dgm:spPr/>
    </dgm:pt>
    <dgm:pt modelId="{C5189AD9-BD82-417F-8DC4-81CC1B24C236}" type="pres">
      <dgm:prSet presAssocID="{A315683B-FB87-4DCC-8440-66823EDBD821}" presName="sibTrans" presStyleCnt="0"/>
      <dgm:spPr/>
    </dgm:pt>
    <dgm:pt modelId="{BE04ACFF-C8D8-4B63-B3B1-16DD51EF5D9E}" type="pres">
      <dgm:prSet presAssocID="{14F7CB2C-ADE5-4A8C-8D32-35B57CB44081}" presName="parenttextcomposite" presStyleCnt="0"/>
      <dgm:spPr/>
    </dgm:pt>
    <dgm:pt modelId="{355F4CB5-4AB1-4188-AFB3-C4B8051C1E95}" type="pres">
      <dgm:prSet presAssocID="{14F7CB2C-ADE5-4A8C-8D32-35B57CB44081}" presName="parenttext" presStyleLbl="revTx" presStyleIdx="2" presStyleCnt="7">
        <dgm:presLayoutVars>
          <dgm:chMax/>
          <dgm:chPref val="2"/>
          <dgm:bulletEnabled val="1"/>
        </dgm:presLayoutVars>
      </dgm:prSet>
      <dgm:spPr/>
    </dgm:pt>
    <dgm:pt modelId="{358D1BB5-2085-420B-A770-855B01338994}" type="pres">
      <dgm:prSet presAssocID="{14F7CB2C-ADE5-4A8C-8D32-35B57CB44081}" presName="parallelogramComposite" presStyleCnt="0"/>
      <dgm:spPr/>
    </dgm:pt>
    <dgm:pt modelId="{5380FFB4-E4FF-432E-83CE-01C5ED43589E}" type="pres">
      <dgm:prSet presAssocID="{14F7CB2C-ADE5-4A8C-8D32-35B57CB44081}" presName="parallelogram1" presStyleLbl="alignNode1" presStyleIdx="14" presStyleCnt="49"/>
      <dgm:spPr/>
    </dgm:pt>
    <dgm:pt modelId="{F17BBB01-170B-47CE-8084-FC4809A0A483}" type="pres">
      <dgm:prSet presAssocID="{14F7CB2C-ADE5-4A8C-8D32-35B57CB44081}" presName="parallelogram2" presStyleLbl="alignNode1" presStyleIdx="15" presStyleCnt="49"/>
      <dgm:spPr/>
    </dgm:pt>
    <dgm:pt modelId="{A1F74630-0DB4-4A1D-8596-57FB6C70D714}" type="pres">
      <dgm:prSet presAssocID="{14F7CB2C-ADE5-4A8C-8D32-35B57CB44081}" presName="parallelogram3" presStyleLbl="alignNode1" presStyleIdx="16" presStyleCnt="49"/>
      <dgm:spPr/>
    </dgm:pt>
    <dgm:pt modelId="{4E4338EC-3E4D-4248-A8CD-478DFF6481F5}" type="pres">
      <dgm:prSet presAssocID="{14F7CB2C-ADE5-4A8C-8D32-35B57CB44081}" presName="parallelogram4" presStyleLbl="alignNode1" presStyleIdx="17" presStyleCnt="49"/>
      <dgm:spPr/>
    </dgm:pt>
    <dgm:pt modelId="{90C8A162-F2C7-4989-BC30-6732786AE4B7}" type="pres">
      <dgm:prSet presAssocID="{14F7CB2C-ADE5-4A8C-8D32-35B57CB44081}" presName="parallelogram5" presStyleLbl="alignNode1" presStyleIdx="18" presStyleCnt="49"/>
      <dgm:spPr/>
    </dgm:pt>
    <dgm:pt modelId="{1113A38A-AB1B-41E2-A46F-345981970265}" type="pres">
      <dgm:prSet presAssocID="{14F7CB2C-ADE5-4A8C-8D32-35B57CB44081}" presName="parallelogram6" presStyleLbl="alignNode1" presStyleIdx="19" presStyleCnt="49"/>
      <dgm:spPr/>
    </dgm:pt>
    <dgm:pt modelId="{5DA475FA-2BFA-4D0A-B693-2D36139315D4}" type="pres">
      <dgm:prSet presAssocID="{14F7CB2C-ADE5-4A8C-8D32-35B57CB44081}" presName="parallelogram7" presStyleLbl="alignNode1" presStyleIdx="20" presStyleCnt="49"/>
      <dgm:spPr/>
    </dgm:pt>
    <dgm:pt modelId="{5D7A7D7A-702F-47C7-9960-EF72C35824B3}" type="pres">
      <dgm:prSet presAssocID="{5D646E41-B0F7-4288-8629-3FA5042CC100}" presName="sibTrans" presStyleCnt="0"/>
      <dgm:spPr/>
    </dgm:pt>
    <dgm:pt modelId="{0D2DA327-C215-40F3-964E-C9E0FE204E9C}" type="pres">
      <dgm:prSet presAssocID="{ABFB69F6-A909-4ACE-B8C9-5AA35EC11691}" presName="parenttextcomposite" presStyleCnt="0"/>
      <dgm:spPr/>
    </dgm:pt>
    <dgm:pt modelId="{D49B93B5-FE35-469F-B72E-61BC88D17051}" type="pres">
      <dgm:prSet presAssocID="{ABFB69F6-A909-4ACE-B8C9-5AA35EC11691}" presName="parenttext" presStyleLbl="revTx" presStyleIdx="3" presStyleCnt="7">
        <dgm:presLayoutVars>
          <dgm:chMax/>
          <dgm:chPref val="2"/>
          <dgm:bulletEnabled val="1"/>
        </dgm:presLayoutVars>
      </dgm:prSet>
      <dgm:spPr/>
    </dgm:pt>
    <dgm:pt modelId="{D8649CFF-2AE1-46C8-9012-406BAC982683}" type="pres">
      <dgm:prSet presAssocID="{ABFB69F6-A909-4ACE-B8C9-5AA35EC11691}" presName="parallelogramComposite" presStyleCnt="0"/>
      <dgm:spPr/>
    </dgm:pt>
    <dgm:pt modelId="{5EC2BCF7-B033-4B78-A1CD-0C4E642275CE}" type="pres">
      <dgm:prSet presAssocID="{ABFB69F6-A909-4ACE-B8C9-5AA35EC11691}" presName="parallelogram1" presStyleLbl="alignNode1" presStyleIdx="21" presStyleCnt="49"/>
      <dgm:spPr/>
    </dgm:pt>
    <dgm:pt modelId="{0F6026A2-8265-4BA4-8C72-87F0AF1370CB}" type="pres">
      <dgm:prSet presAssocID="{ABFB69F6-A909-4ACE-B8C9-5AA35EC11691}" presName="parallelogram2" presStyleLbl="alignNode1" presStyleIdx="22" presStyleCnt="49"/>
      <dgm:spPr/>
    </dgm:pt>
    <dgm:pt modelId="{4BC05226-96CB-48A1-8669-C3B50676423A}" type="pres">
      <dgm:prSet presAssocID="{ABFB69F6-A909-4ACE-B8C9-5AA35EC11691}" presName="parallelogram3" presStyleLbl="alignNode1" presStyleIdx="23" presStyleCnt="49"/>
      <dgm:spPr/>
    </dgm:pt>
    <dgm:pt modelId="{BC8243E8-A9B0-4902-9068-64E90D19C63F}" type="pres">
      <dgm:prSet presAssocID="{ABFB69F6-A909-4ACE-B8C9-5AA35EC11691}" presName="parallelogram4" presStyleLbl="alignNode1" presStyleIdx="24" presStyleCnt="49"/>
      <dgm:spPr/>
    </dgm:pt>
    <dgm:pt modelId="{AEDBFE35-54DB-453E-856E-CEEE7FD8595C}" type="pres">
      <dgm:prSet presAssocID="{ABFB69F6-A909-4ACE-B8C9-5AA35EC11691}" presName="parallelogram5" presStyleLbl="alignNode1" presStyleIdx="25" presStyleCnt="49"/>
      <dgm:spPr/>
    </dgm:pt>
    <dgm:pt modelId="{2552A79F-6FD0-41A0-846B-0C4EA1266B1E}" type="pres">
      <dgm:prSet presAssocID="{ABFB69F6-A909-4ACE-B8C9-5AA35EC11691}" presName="parallelogram6" presStyleLbl="alignNode1" presStyleIdx="26" presStyleCnt="49"/>
      <dgm:spPr/>
    </dgm:pt>
    <dgm:pt modelId="{D0BFCC67-E6A7-4C9B-9F7B-61C3725DCEDD}" type="pres">
      <dgm:prSet presAssocID="{ABFB69F6-A909-4ACE-B8C9-5AA35EC11691}" presName="parallelogram7" presStyleLbl="alignNode1" presStyleIdx="27" presStyleCnt="49"/>
      <dgm:spPr/>
    </dgm:pt>
    <dgm:pt modelId="{BB8FEE8D-E516-42C2-879E-7316975DACFC}" type="pres">
      <dgm:prSet presAssocID="{7B0685D8-0689-4499-8A87-271F020904D8}" presName="sibTrans" presStyleCnt="0"/>
      <dgm:spPr/>
    </dgm:pt>
    <dgm:pt modelId="{9E957517-E7B1-432B-A543-C32035C66E81}" type="pres">
      <dgm:prSet presAssocID="{47A5B71F-9B76-421B-B72E-87E149FD9262}" presName="parenttextcomposite" presStyleCnt="0"/>
      <dgm:spPr/>
    </dgm:pt>
    <dgm:pt modelId="{1CC23D15-E2BA-428D-9340-C158FBF3A12E}" type="pres">
      <dgm:prSet presAssocID="{47A5B71F-9B76-421B-B72E-87E149FD9262}" presName="parenttext" presStyleLbl="revTx" presStyleIdx="4" presStyleCnt="7">
        <dgm:presLayoutVars>
          <dgm:chMax/>
          <dgm:chPref val="2"/>
          <dgm:bulletEnabled val="1"/>
        </dgm:presLayoutVars>
      </dgm:prSet>
      <dgm:spPr/>
    </dgm:pt>
    <dgm:pt modelId="{72A416D2-C39B-42A5-884C-11F7872EDF40}" type="pres">
      <dgm:prSet presAssocID="{47A5B71F-9B76-421B-B72E-87E149FD9262}" presName="parallelogramComposite" presStyleCnt="0"/>
      <dgm:spPr/>
    </dgm:pt>
    <dgm:pt modelId="{ACC833A2-426A-47B7-A815-2BC8F82BA9DD}" type="pres">
      <dgm:prSet presAssocID="{47A5B71F-9B76-421B-B72E-87E149FD9262}" presName="parallelogram1" presStyleLbl="alignNode1" presStyleIdx="28" presStyleCnt="49"/>
      <dgm:spPr/>
    </dgm:pt>
    <dgm:pt modelId="{5B1DEDD6-4DD2-473B-804E-4CBE8F4DD0F1}" type="pres">
      <dgm:prSet presAssocID="{47A5B71F-9B76-421B-B72E-87E149FD9262}" presName="parallelogram2" presStyleLbl="alignNode1" presStyleIdx="29" presStyleCnt="49"/>
      <dgm:spPr/>
    </dgm:pt>
    <dgm:pt modelId="{01172F1C-E551-496A-8BF3-FCCDE1F70131}" type="pres">
      <dgm:prSet presAssocID="{47A5B71F-9B76-421B-B72E-87E149FD9262}" presName="parallelogram3" presStyleLbl="alignNode1" presStyleIdx="30" presStyleCnt="49"/>
      <dgm:spPr/>
    </dgm:pt>
    <dgm:pt modelId="{401DDA69-129B-4E07-82A5-34401ADA58A7}" type="pres">
      <dgm:prSet presAssocID="{47A5B71F-9B76-421B-B72E-87E149FD9262}" presName="parallelogram4" presStyleLbl="alignNode1" presStyleIdx="31" presStyleCnt="49"/>
      <dgm:spPr/>
    </dgm:pt>
    <dgm:pt modelId="{5F835A44-BAF3-4706-BDA8-F6E7F1F5E7ED}" type="pres">
      <dgm:prSet presAssocID="{47A5B71F-9B76-421B-B72E-87E149FD9262}" presName="parallelogram5" presStyleLbl="alignNode1" presStyleIdx="32" presStyleCnt="49"/>
      <dgm:spPr/>
    </dgm:pt>
    <dgm:pt modelId="{2DD40A89-2366-4A5D-A1ED-C0A739DED5BD}" type="pres">
      <dgm:prSet presAssocID="{47A5B71F-9B76-421B-B72E-87E149FD9262}" presName="parallelogram6" presStyleLbl="alignNode1" presStyleIdx="33" presStyleCnt="49"/>
      <dgm:spPr/>
    </dgm:pt>
    <dgm:pt modelId="{255A3D29-0913-4461-A517-379147DC7B27}" type="pres">
      <dgm:prSet presAssocID="{47A5B71F-9B76-421B-B72E-87E149FD9262}" presName="parallelogram7" presStyleLbl="alignNode1" presStyleIdx="34" presStyleCnt="49"/>
      <dgm:spPr/>
    </dgm:pt>
    <dgm:pt modelId="{745CB8EC-9DC2-4D61-8F7F-627D9EB741B2}" type="pres">
      <dgm:prSet presAssocID="{5C8D6255-7CC6-413F-B067-09537EDF74F5}" presName="sibTrans" presStyleCnt="0"/>
      <dgm:spPr/>
    </dgm:pt>
    <dgm:pt modelId="{E919DF41-280E-4F34-A5EB-0014F2BF2E29}" type="pres">
      <dgm:prSet presAssocID="{5B45AD5E-192B-4772-ACB7-3BCCC1C1D8AA}" presName="parenttextcomposite" presStyleCnt="0"/>
      <dgm:spPr/>
    </dgm:pt>
    <dgm:pt modelId="{25E21080-85AD-4539-8411-47A121E53DF8}" type="pres">
      <dgm:prSet presAssocID="{5B45AD5E-192B-4772-ACB7-3BCCC1C1D8AA}" presName="parenttext" presStyleLbl="revTx" presStyleIdx="5" presStyleCnt="7">
        <dgm:presLayoutVars>
          <dgm:chMax/>
          <dgm:chPref val="2"/>
          <dgm:bulletEnabled val="1"/>
        </dgm:presLayoutVars>
      </dgm:prSet>
      <dgm:spPr/>
    </dgm:pt>
    <dgm:pt modelId="{BFD5406A-3D6B-4DA1-9C8D-12E5D45CF189}" type="pres">
      <dgm:prSet presAssocID="{5B45AD5E-192B-4772-ACB7-3BCCC1C1D8AA}" presName="parallelogramComposite" presStyleCnt="0"/>
      <dgm:spPr/>
    </dgm:pt>
    <dgm:pt modelId="{D998EFED-C113-49B3-B0BB-13A86C2D59DC}" type="pres">
      <dgm:prSet presAssocID="{5B45AD5E-192B-4772-ACB7-3BCCC1C1D8AA}" presName="parallelogram1" presStyleLbl="alignNode1" presStyleIdx="35" presStyleCnt="49"/>
      <dgm:spPr/>
    </dgm:pt>
    <dgm:pt modelId="{4C29A45D-F5A0-4A7F-9BCB-14B30D8F2F6C}" type="pres">
      <dgm:prSet presAssocID="{5B45AD5E-192B-4772-ACB7-3BCCC1C1D8AA}" presName="parallelogram2" presStyleLbl="alignNode1" presStyleIdx="36" presStyleCnt="49"/>
      <dgm:spPr/>
    </dgm:pt>
    <dgm:pt modelId="{24D6EA8F-8CB8-45E7-9CBE-F7BFE084D67D}" type="pres">
      <dgm:prSet presAssocID="{5B45AD5E-192B-4772-ACB7-3BCCC1C1D8AA}" presName="parallelogram3" presStyleLbl="alignNode1" presStyleIdx="37" presStyleCnt="49"/>
      <dgm:spPr/>
    </dgm:pt>
    <dgm:pt modelId="{D580A10E-7910-4174-91D6-A5A5F3CF5A6F}" type="pres">
      <dgm:prSet presAssocID="{5B45AD5E-192B-4772-ACB7-3BCCC1C1D8AA}" presName="parallelogram4" presStyleLbl="alignNode1" presStyleIdx="38" presStyleCnt="49"/>
      <dgm:spPr/>
    </dgm:pt>
    <dgm:pt modelId="{3B749978-273B-4F46-A5F4-1118390750F3}" type="pres">
      <dgm:prSet presAssocID="{5B45AD5E-192B-4772-ACB7-3BCCC1C1D8AA}" presName="parallelogram5" presStyleLbl="alignNode1" presStyleIdx="39" presStyleCnt="49"/>
      <dgm:spPr/>
    </dgm:pt>
    <dgm:pt modelId="{7B615A36-878F-477B-9BAF-EE45A4770534}" type="pres">
      <dgm:prSet presAssocID="{5B45AD5E-192B-4772-ACB7-3BCCC1C1D8AA}" presName="parallelogram6" presStyleLbl="alignNode1" presStyleIdx="40" presStyleCnt="49"/>
      <dgm:spPr/>
    </dgm:pt>
    <dgm:pt modelId="{A831DEEA-AA3F-472E-A9A5-B36C3A45762F}" type="pres">
      <dgm:prSet presAssocID="{5B45AD5E-192B-4772-ACB7-3BCCC1C1D8AA}" presName="parallelogram7" presStyleLbl="alignNode1" presStyleIdx="41" presStyleCnt="49"/>
      <dgm:spPr/>
    </dgm:pt>
    <dgm:pt modelId="{3AD49CF5-E3D9-4CA5-8C3F-4A4874A1492D}" type="pres">
      <dgm:prSet presAssocID="{E7720EA1-F08B-4283-8AAE-76485E6D47DF}" presName="sibTrans" presStyleCnt="0"/>
      <dgm:spPr/>
    </dgm:pt>
    <dgm:pt modelId="{A8C28743-5A12-46D0-803C-7E6091723110}" type="pres">
      <dgm:prSet presAssocID="{4EBEF712-9A08-4B84-9E04-B959180FDA98}" presName="parenttextcomposite" presStyleCnt="0"/>
      <dgm:spPr/>
    </dgm:pt>
    <dgm:pt modelId="{9B38C57C-9DD4-4622-B07F-02B3F08248F8}" type="pres">
      <dgm:prSet presAssocID="{4EBEF712-9A08-4B84-9E04-B959180FDA98}" presName="parenttext" presStyleLbl="revTx" presStyleIdx="6" presStyleCnt="7">
        <dgm:presLayoutVars>
          <dgm:chMax/>
          <dgm:chPref val="2"/>
          <dgm:bulletEnabled val="1"/>
        </dgm:presLayoutVars>
      </dgm:prSet>
      <dgm:spPr/>
    </dgm:pt>
    <dgm:pt modelId="{9993F3B3-4747-44C1-B80D-AF757B332FDD}" type="pres">
      <dgm:prSet presAssocID="{4EBEF712-9A08-4B84-9E04-B959180FDA98}" presName="parallelogramComposite" presStyleCnt="0"/>
      <dgm:spPr/>
    </dgm:pt>
    <dgm:pt modelId="{1CEC52DE-DC0B-467F-8133-C014393DBAE2}" type="pres">
      <dgm:prSet presAssocID="{4EBEF712-9A08-4B84-9E04-B959180FDA98}" presName="parallelogram1" presStyleLbl="alignNode1" presStyleIdx="42" presStyleCnt="49"/>
      <dgm:spPr/>
    </dgm:pt>
    <dgm:pt modelId="{05C1E11A-F34A-4E6D-BA36-A613EDBCAECA}" type="pres">
      <dgm:prSet presAssocID="{4EBEF712-9A08-4B84-9E04-B959180FDA98}" presName="parallelogram2" presStyleLbl="alignNode1" presStyleIdx="43" presStyleCnt="49"/>
      <dgm:spPr/>
    </dgm:pt>
    <dgm:pt modelId="{B04C5A8A-BC47-4890-8C8D-54A224ED2F3A}" type="pres">
      <dgm:prSet presAssocID="{4EBEF712-9A08-4B84-9E04-B959180FDA98}" presName="parallelogram3" presStyleLbl="alignNode1" presStyleIdx="44" presStyleCnt="49"/>
      <dgm:spPr/>
    </dgm:pt>
    <dgm:pt modelId="{E2D4B72F-978D-43DD-BA34-462554EB9DD0}" type="pres">
      <dgm:prSet presAssocID="{4EBEF712-9A08-4B84-9E04-B959180FDA98}" presName="parallelogram4" presStyleLbl="alignNode1" presStyleIdx="45" presStyleCnt="49"/>
      <dgm:spPr/>
    </dgm:pt>
    <dgm:pt modelId="{A0CFC2A7-A35D-4B24-B6DA-F77CD49132DD}" type="pres">
      <dgm:prSet presAssocID="{4EBEF712-9A08-4B84-9E04-B959180FDA98}" presName="parallelogram5" presStyleLbl="alignNode1" presStyleIdx="46" presStyleCnt="49"/>
      <dgm:spPr/>
    </dgm:pt>
    <dgm:pt modelId="{D78DE338-AA11-4AF1-81C3-96A493CC2D75}" type="pres">
      <dgm:prSet presAssocID="{4EBEF712-9A08-4B84-9E04-B959180FDA98}" presName="parallelogram6" presStyleLbl="alignNode1" presStyleIdx="47" presStyleCnt="49"/>
      <dgm:spPr/>
    </dgm:pt>
    <dgm:pt modelId="{AC05EBE7-7E45-4287-871B-CA90FD9BEBD1}" type="pres">
      <dgm:prSet presAssocID="{4EBEF712-9A08-4B84-9E04-B959180FDA98}" presName="parallelogram7" presStyleLbl="alignNode1" presStyleIdx="48" presStyleCnt="49"/>
      <dgm:spPr/>
    </dgm:pt>
  </dgm:ptLst>
  <dgm:cxnLst>
    <dgm:cxn modelId="{ED4FA508-4DCE-4BA5-B80F-5F11AF679477}" type="presOf" srcId="{14F7CB2C-ADE5-4A8C-8D32-35B57CB44081}" destId="{355F4CB5-4AB1-4188-AFB3-C4B8051C1E95}" srcOrd="0" destOrd="0" presId="urn:microsoft.com/office/officeart/2008/layout/VerticalAccentList"/>
    <dgm:cxn modelId="{9E408A1E-6955-4682-8328-AD82650192DA}" srcId="{77069136-12FF-4A68-8208-7DD9458AB005}" destId="{5B45AD5E-192B-4772-ACB7-3BCCC1C1D8AA}" srcOrd="5" destOrd="0" parTransId="{FF75F9E0-2AF2-4755-AC2A-30519DF248F5}" sibTransId="{E7720EA1-F08B-4283-8AAE-76485E6D47DF}"/>
    <dgm:cxn modelId="{3F989E23-2608-40AC-BE95-921D82D56CD0}" type="presOf" srcId="{E50D7A93-848D-4A35-8FDD-832428E98139}" destId="{ED9F7CB9-EA52-49A7-A9AF-4B61C13369EE}" srcOrd="0" destOrd="0" presId="urn:microsoft.com/office/officeart/2008/layout/VerticalAccentList"/>
    <dgm:cxn modelId="{F5966438-9B22-4CCF-9F29-26421438632A}" srcId="{77069136-12FF-4A68-8208-7DD9458AB005}" destId="{14F7CB2C-ADE5-4A8C-8D32-35B57CB44081}" srcOrd="2" destOrd="0" parTransId="{5B31DB09-8AD9-4090-A8BD-756A7BC59C94}" sibTransId="{5D646E41-B0F7-4288-8629-3FA5042CC100}"/>
    <dgm:cxn modelId="{F6656D88-49B8-4F10-9C19-E3E968955141}" type="presOf" srcId="{77069136-12FF-4A68-8208-7DD9458AB005}" destId="{B51E619E-2E88-4136-A15A-294DD67C4A6D}" srcOrd="0" destOrd="0" presId="urn:microsoft.com/office/officeart/2008/layout/VerticalAccentList"/>
    <dgm:cxn modelId="{446A709F-4DBB-410F-90C2-4DC30FA571DF}" type="presOf" srcId="{5B45AD5E-192B-4772-ACB7-3BCCC1C1D8AA}" destId="{25E21080-85AD-4539-8411-47A121E53DF8}" srcOrd="0" destOrd="0" presId="urn:microsoft.com/office/officeart/2008/layout/VerticalAccentList"/>
    <dgm:cxn modelId="{2F4B18A1-2C78-43D8-BB77-8A1B9AA52A34}" type="presOf" srcId="{1F187EE0-DC1D-4C33-80B6-09524C1CD416}" destId="{A10A433D-17DD-41CE-AEDD-6DC4D997FA87}" srcOrd="0" destOrd="0" presId="urn:microsoft.com/office/officeart/2008/layout/VerticalAccentList"/>
    <dgm:cxn modelId="{D509B2BA-D626-4398-804D-D052F06867E0}" srcId="{77069136-12FF-4A68-8208-7DD9458AB005}" destId="{4EBEF712-9A08-4B84-9E04-B959180FDA98}" srcOrd="6" destOrd="0" parTransId="{2D809A45-46DC-422F-A7C0-6D471E4C2CB4}" sibTransId="{53E15393-5CB7-470F-A25C-3E8F6B669D17}"/>
    <dgm:cxn modelId="{5A74C5BB-5A54-4EB8-A7E4-7C09C5BB62E9}" type="presOf" srcId="{47A5B71F-9B76-421B-B72E-87E149FD9262}" destId="{1CC23D15-E2BA-428D-9340-C158FBF3A12E}" srcOrd="0" destOrd="0" presId="urn:microsoft.com/office/officeart/2008/layout/VerticalAccentList"/>
    <dgm:cxn modelId="{0DF797C9-8841-4E5A-A0A7-B8A86B22257C}" type="presOf" srcId="{ABFB69F6-A909-4ACE-B8C9-5AA35EC11691}" destId="{D49B93B5-FE35-469F-B72E-61BC88D17051}" srcOrd="0" destOrd="0" presId="urn:microsoft.com/office/officeart/2008/layout/VerticalAccentList"/>
    <dgm:cxn modelId="{BE8142D0-3DB5-4A07-95DD-932072825791}" srcId="{77069136-12FF-4A68-8208-7DD9458AB005}" destId="{1F187EE0-DC1D-4C33-80B6-09524C1CD416}" srcOrd="1" destOrd="0" parTransId="{410C0B3E-BE12-4228-AD5C-095DF405B987}" sibTransId="{A315683B-FB87-4DCC-8440-66823EDBD821}"/>
    <dgm:cxn modelId="{5FE2E8D0-DB63-47B9-ACFA-1A37A8DD7770}" type="presOf" srcId="{4EBEF712-9A08-4B84-9E04-B959180FDA98}" destId="{9B38C57C-9DD4-4622-B07F-02B3F08248F8}" srcOrd="0" destOrd="0" presId="urn:microsoft.com/office/officeart/2008/layout/VerticalAccentList"/>
    <dgm:cxn modelId="{2ECAD5E8-F5BD-4E46-9263-06996B39FF0A}" srcId="{77069136-12FF-4A68-8208-7DD9458AB005}" destId="{ABFB69F6-A909-4ACE-B8C9-5AA35EC11691}" srcOrd="3" destOrd="0" parTransId="{36262FA9-723C-4870-AC2A-884B44255F2E}" sibTransId="{7B0685D8-0689-4499-8A87-271F020904D8}"/>
    <dgm:cxn modelId="{4EB4F1E8-3506-4F23-956B-3F27B8233D36}" srcId="{77069136-12FF-4A68-8208-7DD9458AB005}" destId="{E50D7A93-848D-4A35-8FDD-832428E98139}" srcOrd="0" destOrd="0" parTransId="{5209D434-FA5D-4DDC-BDC4-4AAA11F2942C}" sibTransId="{C024E198-730D-47AE-AAD8-27DEEDBA1782}"/>
    <dgm:cxn modelId="{4E276BF4-E74C-42D6-BDDA-D9EE889E62BA}" srcId="{77069136-12FF-4A68-8208-7DD9458AB005}" destId="{47A5B71F-9B76-421B-B72E-87E149FD9262}" srcOrd="4" destOrd="0" parTransId="{D2C95721-BD5C-4814-BE7E-26DC03AD632C}" sibTransId="{5C8D6255-7CC6-413F-B067-09537EDF74F5}"/>
    <dgm:cxn modelId="{7CC261AF-2DE1-455B-8A59-5F87FD91C3B8}" type="presParOf" srcId="{B51E619E-2E88-4136-A15A-294DD67C4A6D}" destId="{D6E8482B-5105-4EDB-86A8-33230B9A40C3}" srcOrd="0" destOrd="0" presId="urn:microsoft.com/office/officeart/2008/layout/VerticalAccentList"/>
    <dgm:cxn modelId="{80851942-D579-44B1-A916-63FB591F2632}" type="presParOf" srcId="{D6E8482B-5105-4EDB-86A8-33230B9A40C3}" destId="{ED9F7CB9-EA52-49A7-A9AF-4B61C13369EE}" srcOrd="0" destOrd="0" presId="urn:microsoft.com/office/officeart/2008/layout/VerticalAccentList"/>
    <dgm:cxn modelId="{3F83EEC8-FC16-4D30-BE75-6D7F8773F4CC}" type="presParOf" srcId="{B51E619E-2E88-4136-A15A-294DD67C4A6D}" destId="{CD949997-9469-431A-ACFA-31DDA187A550}" srcOrd="1" destOrd="0" presId="urn:microsoft.com/office/officeart/2008/layout/VerticalAccentList"/>
    <dgm:cxn modelId="{D7AE583F-48FE-48D4-81C6-73075882B8EA}" type="presParOf" srcId="{CD949997-9469-431A-ACFA-31DDA187A550}" destId="{CB48F34F-0854-4B85-ACA6-C6ABE4642D6F}" srcOrd="0" destOrd="0" presId="urn:microsoft.com/office/officeart/2008/layout/VerticalAccentList"/>
    <dgm:cxn modelId="{B019B118-D512-4111-96C2-102C1DD1F0B5}" type="presParOf" srcId="{CD949997-9469-431A-ACFA-31DDA187A550}" destId="{5E6C3104-5282-464E-BD20-00802798C721}" srcOrd="1" destOrd="0" presId="urn:microsoft.com/office/officeart/2008/layout/VerticalAccentList"/>
    <dgm:cxn modelId="{8BB2E8C3-5BC8-4E06-BB7B-F0A0F6F5897D}" type="presParOf" srcId="{CD949997-9469-431A-ACFA-31DDA187A550}" destId="{6D8888EC-74DA-47B7-9DBD-FD3E4CF4C0E3}" srcOrd="2" destOrd="0" presId="urn:microsoft.com/office/officeart/2008/layout/VerticalAccentList"/>
    <dgm:cxn modelId="{287795B7-EC99-4DC2-92CF-28E0FDBB61B1}" type="presParOf" srcId="{CD949997-9469-431A-ACFA-31DDA187A550}" destId="{C93E21B0-1679-421D-9421-DFC6706C52B5}" srcOrd="3" destOrd="0" presId="urn:microsoft.com/office/officeart/2008/layout/VerticalAccentList"/>
    <dgm:cxn modelId="{77DD200E-761C-4F08-BCE7-042500A3E5DA}" type="presParOf" srcId="{CD949997-9469-431A-ACFA-31DDA187A550}" destId="{234B1922-7035-4FB4-96D4-2B762C86CA0F}" srcOrd="4" destOrd="0" presId="urn:microsoft.com/office/officeart/2008/layout/VerticalAccentList"/>
    <dgm:cxn modelId="{F1B4C50E-6992-4E2E-9445-595AE725FF1B}" type="presParOf" srcId="{CD949997-9469-431A-ACFA-31DDA187A550}" destId="{4E4EE8C3-0D31-4741-9ABF-9E02D161B8CE}" srcOrd="5" destOrd="0" presId="urn:microsoft.com/office/officeart/2008/layout/VerticalAccentList"/>
    <dgm:cxn modelId="{07C8DC71-9A0C-4381-88B5-8EA65419AEF6}" type="presParOf" srcId="{CD949997-9469-431A-ACFA-31DDA187A550}" destId="{B4B3AC8F-142B-42E2-A8F4-B9700F872920}" srcOrd="6" destOrd="0" presId="urn:microsoft.com/office/officeart/2008/layout/VerticalAccentList"/>
    <dgm:cxn modelId="{BC96ECE5-74B5-401D-94DF-3D35010B32E9}" type="presParOf" srcId="{B51E619E-2E88-4136-A15A-294DD67C4A6D}" destId="{56E426E4-C0A4-4E75-9F82-ADE049CB0491}" srcOrd="2" destOrd="0" presId="urn:microsoft.com/office/officeart/2008/layout/VerticalAccentList"/>
    <dgm:cxn modelId="{CC7CD713-5EC7-48EC-9152-3E2A83744731}" type="presParOf" srcId="{B51E619E-2E88-4136-A15A-294DD67C4A6D}" destId="{A0DC2AF0-8501-4CB0-90CF-6A1530128224}" srcOrd="3" destOrd="0" presId="urn:microsoft.com/office/officeart/2008/layout/VerticalAccentList"/>
    <dgm:cxn modelId="{31CB87C6-027E-4A86-9CB1-EEC0481DB988}" type="presParOf" srcId="{A0DC2AF0-8501-4CB0-90CF-6A1530128224}" destId="{A10A433D-17DD-41CE-AEDD-6DC4D997FA87}" srcOrd="0" destOrd="0" presId="urn:microsoft.com/office/officeart/2008/layout/VerticalAccentList"/>
    <dgm:cxn modelId="{40F6C5CE-6DFA-4D7A-9F2C-EC4F1D72D87A}" type="presParOf" srcId="{B51E619E-2E88-4136-A15A-294DD67C4A6D}" destId="{9AE360E0-2D5F-46F1-97E1-668B6E11A8CE}" srcOrd="4" destOrd="0" presId="urn:microsoft.com/office/officeart/2008/layout/VerticalAccentList"/>
    <dgm:cxn modelId="{0553A70F-B290-43A0-86D7-E4A85EC6FF6D}" type="presParOf" srcId="{9AE360E0-2D5F-46F1-97E1-668B6E11A8CE}" destId="{7C8F212C-07A0-49FA-86C4-76624BBA2E6A}" srcOrd="0" destOrd="0" presId="urn:microsoft.com/office/officeart/2008/layout/VerticalAccentList"/>
    <dgm:cxn modelId="{74C5E16D-CA55-439B-BD4A-C3CF230B96FD}" type="presParOf" srcId="{9AE360E0-2D5F-46F1-97E1-668B6E11A8CE}" destId="{B4ABF314-96FF-4E34-A91D-603F5D51467B}" srcOrd="1" destOrd="0" presId="urn:microsoft.com/office/officeart/2008/layout/VerticalAccentList"/>
    <dgm:cxn modelId="{F2DD5329-D987-4947-80C6-432A4A66B8F5}" type="presParOf" srcId="{9AE360E0-2D5F-46F1-97E1-668B6E11A8CE}" destId="{676B5F95-C690-4E79-BF80-1DBF407C6480}" srcOrd="2" destOrd="0" presId="urn:microsoft.com/office/officeart/2008/layout/VerticalAccentList"/>
    <dgm:cxn modelId="{5E1FA6D1-05F2-444B-BEE9-556F54918EA2}" type="presParOf" srcId="{9AE360E0-2D5F-46F1-97E1-668B6E11A8CE}" destId="{3EE47BE3-FB2A-47BE-8A48-C7EC9EC4B9A6}" srcOrd="3" destOrd="0" presId="urn:microsoft.com/office/officeart/2008/layout/VerticalAccentList"/>
    <dgm:cxn modelId="{E5E5DB32-4BBE-436D-B170-2AC1A4EC32A1}" type="presParOf" srcId="{9AE360E0-2D5F-46F1-97E1-668B6E11A8CE}" destId="{B1B9735B-B47D-42AC-9EB2-EB58C430AD80}" srcOrd="4" destOrd="0" presId="urn:microsoft.com/office/officeart/2008/layout/VerticalAccentList"/>
    <dgm:cxn modelId="{906D4A67-E450-44B4-B832-18B88DEFEFC0}" type="presParOf" srcId="{9AE360E0-2D5F-46F1-97E1-668B6E11A8CE}" destId="{BD8A8A95-5E72-47FC-A18A-FF5985ACBDBE}" srcOrd="5" destOrd="0" presId="urn:microsoft.com/office/officeart/2008/layout/VerticalAccentList"/>
    <dgm:cxn modelId="{18DF4440-F141-4008-AF0A-6941157A9A5D}" type="presParOf" srcId="{9AE360E0-2D5F-46F1-97E1-668B6E11A8CE}" destId="{4B393D33-308D-4165-A85A-00EA55EDDDF4}" srcOrd="6" destOrd="0" presId="urn:microsoft.com/office/officeart/2008/layout/VerticalAccentList"/>
    <dgm:cxn modelId="{A17B4CC1-5C66-4FDC-98BE-B3C58DE15CF2}" type="presParOf" srcId="{B51E619E-2E88-4136-A15A-294DD67C4A6D}" destId="{C5189AD9-BD82-417F-8DC4-81CC1B24C236}" srcOrd="5" destOrd="0" presId="urn:microsoft.com/office/officeart/2008/layout/VerticalAccentList"/>
    <dgm:cxn modelId="{4D603231-290E-4FD7-8D1C-18C42FDB90E1}" type="presParOf" srcId="{B51E619E-2E88-4136-A15A-294DD67C4A6D}" destId="{BE04ACFF-C8D8-4B63-B3B1-16DD51EF5D9E}" srcOrd="6" destOrd="0" presId="urn:microsoft.com/office/officeart/2008/layout/VerticalAccentList"/>
    <dgm:cxn modelId="{2B34B053-05CA-44FF-8272-F070850CDD70}" type="presParOf" srcId="{BE04ACFF-C8D8-4B63-B3B1-16DD51EF5D9E}" destId="{355F4CB5-4AB1-4188-AFB3-C4B8051C1E95}" srcOrd="0" destOrd="0" presId="urn:microsoft.com/office/officeart/2008/layout/VerticalAccentList"/>
    <dgm:cxn modelId="{AC7AEAC5-D789-4F3D-B923-E6182C1EE494}" type="presParOf" srcId="{B51E619E-2E88-4136-A15A-294DD67C4A6D}" destId="{358D1BB5-2085-420B-A770-855B01338994}" srcOrd="7" destOrd="0" presId="urn:microsoft.com/office/officeart/2008/layout/VerticalAccentList"/>
    <dgm:cxn modelId="{73354C71-F2AC-4761-B186-52EA48A13622}" type="presParOf" srcId="{358D1BB5-2085-420B-A770-855B01338994}" destId="{5380FFB4-E4FF-432E-83CE-01C5ED43589E}" srcOrd="0" destOrd="0" presId="urn:microsoft.com/office/officeart/2008/layout/VerticalAccentList"/>
    <dgm:cxn modelId="{4999A66E-9B23-4680-9D4E-E7558878BD85}" type="presParOf" srcId="{358D1BB5-2085-420B-A770-855B01338994}" destId="{F17BBB01-170B-47CE-8084-FC4809A0A483}" srcOrd="1" destOrd="0" presId="urn:microsoft.com/office/officeart/2008/layout/VerticalAccentList"/>
    <dgm:cxn modelId="{57E6A9DD-A064-4772-890A-7B1EC2E4A049}" type="presParOf" srcId="{358D1BB5-2085-420B-A770-855B01338994}" destId="{A1F74630-0DB4-4A1D-8596-57FB6C70D714}" srcOrd="2" destOrd="0" presId="urn:microsoft.com/office/officeart/2008/layout/VerticalAccentList"/>
    <dgm:cxn modelId="{0375EA8D-8E2B-4577-9555-EFBAB064BE26}" type="presParOf" srcId="{358D1BB5-2085-420B-A770-855B01338994}" destId="{4E4338EC-3E4D-4248-A8CD-478DFF6481F5}" srcOrd="3" destOrd="0" presId="urn:microsoft.com/office/officeart/2008/layout/VerticalAccentList"/>
    <dgm:cxn modelId="{758F92E6-96B4-41B9-AE03-20A610C0847B}" type="presParOf" srcId="{358D1BB5-2085-420B-A770-855B01338994}" destId="{90C8A162-F2C7-4989-BC30-6732786AE4B7}" srcOrd="4" destOrd="0" presId="urn:microsoft.com/office/officeart/2008/layout/VerticalAccentList"/>
    <dgm:cxn modelId="{7DF92A7D-9941-4F45-BFCA-C056F1528777}" type="presParOf" srcId="{358D1BB5-2085-420B-A770-855B01338994}" destId="{1113A38A-AB1B-41E2-A46F-345981970265}" srcOrd="5" destOrd="0" presId="urn:microsoft.com/office/officeart/2008/layout/VerticalAccentList"/>
    <dgm:cxn modelId="{DA8E815B-0959-4B65-9D3E-7C26E6F21240}" type="presParOf" srcId="{358D1BB5-2085-420B-A770-855B01338994}" destId="{5DA475FA-2BFA-4D0A-B693-2D36139315D4}" srcOrd="6" destOrd="0" presId="urn:microsoft.com/office/officeart/2008/layout/VerticalAccentList"/>
    <dgm:cxn modelId="{D372ADC5-2030-4712-9619-6CBCFDBD97D3}" type="presParOf" srcId="{B51E619E-2E88-4136-A15A-294DD67C4A6D}" destId="{5D7A7D7A-702F-47C7-9960-EF72C35824B3}" srcOrd="8" destOrd="0" presId="urn:microsoft.com/office/officeart/2008/layout/VerticalAccentList"/>
    <dgm:cxn modelId="{0F0F3B0A-D289-4A24-8A29-F6C46DC26FF5}" type="presParOf" srcId="{B51E619E-2E88-4136-A15A-294DD67C4A6D}" destId="{0D2DA327-C215-40F3-964E-C9E0FE204E9C}" srcOrd="9" destOrd="0" presId="urn:microsoft.com/office/officeart/2008/layout/VerticalAccentList"/>
    <dgm:cxn modelId="{EA96C1E9-1045-4686-A4C4-4ACDAB5B7D2C}" type="presParOf" srcId="{0D2DA327-C215-40F3-964E-C9E0FE204E9C}" destId="{D49B93B5-FE35-469F-B72E-61BC88D17051}" srcOrd="0" destOrd="0" presId="urn:microsoft.com/office/officeart/2008/layout/VerticalAccentList"/>
    <dgm:cxn modelId="{8A772C82-7673-4CCD-B06D-A66B0DFD0736}" type="presParOf" srcId="{B51E619E-2E88-4136-A15A-294DD67C4A6D}" destId="{D8649CFF-2AE1-46C8-9012-406BAC982683}" srcOrd="10" destOrd="0" presId="urn:microsoft.com/office/officeart/2008/layout/VerticalAccentList"/>
    <dgm:cxn modelId="{1543FF15-4353-4259-815E-BCA5D63BAABD}" type="presParOf" srcId="{D8649CFF-2AE1-46C8-9012-406BAC982683}" destId="{5EC2BCF7-B033-4B78-A1CD-0C4E642275CE}" srcOrd="0" destOrd="0" presId="urn:microsoft.com/office/officeart/2008/layout/VerticalAccentList"/>
    <dgm:cxn modelId="{3EEE7B33-161B-4C3C-B603-4874938645DB}" type="presParOf" srcId="{D8649CFF-2AE1-46C8-9012-406BAC982683}" destId="{0F6026A2-8265-4BA4-8C72-87F0AF1370CB}" srcOrd="1" destOrd="0" presId="urn:microsoft.com/office/officeart/2008/layout/VerticalAccentList"/>
    <dgm:cxn modelId="{F7C7E430-FDAF-4858-BD3F-31A311A6CAC6}" type="presParOf" srcId="{D8649CFF-2AE1-46C8-9012-406BAC982683}" destId="{4BC05226-96CB-48A1-8669-C3B50676423A}" srcOrd="2" destOrd="0" presId="urn:microsoft.com/office/officeart/2008/layout/VerticalAccentList"/>
    <dgm:cxn modelId="{119F5C3E-C9A1-43E1-89EA-141E781C3C3A}" type="presParOf" srcId="{D8649CFF-2AE1-46C8-9012-406BAC982683}" destId="{BC8243E8-A9B0-4902-9068-64E90D19C63F}" srcOrd="3" destOrd="0" presId="urn:microsoft.com/office/officeart/2008/layout/VerticalAccentList"/>
    <dgm:cxn modelId="{2C04612F-CF45-453B-9B96-7E94A6181DCF}" type="presParOf" srcId="{D8649CFF-2AE1-46C8-9012-406BAC982683}" destId="{AEDBFE35-54DB-453E-856E-CEEE7FD8595C}" srcOrd="4" destOrd="0" presId="urn:microsoft.com/office/officeart/2008/layout/VerticalAccentList"/>
    <dgm:cxn modelId="{F05DDBF7-9F7D-4DF4-BB82-19075E29C976}" type="presParOf" srcId="{D8649CFF-2AE1-46C8-9012-406BAC982683}" destId="{2552A79F-6FD0-41A0-846B-0C4EA1266B1E}" srcOrd="5" destOrd="0" presId="urn:microsoft.com/office/officeart/2008/layout/VerticalAccentList"/>
    <dgm:cxn modelId="{FFDDB9C5-3707-4DB6-8E0F-8BA22632518D}" type="presParOf" srcId="{D8649CFF-2AE1-46C8-9012-406BAC982683}" destId="{D0BFCC67-E6A7-4C9B-9F7B-61C3725DCEDD}" srcOrd="6" destOrd="0" presId="urn:microsoft.com/office/officeart/2008/layout/VerticalAccentList"/>
    <dgm:cxn modelId="{89A41B9D-7DF0-4DDB-AB88-2E132C38FCCF}" type="presParOf" srcId="{B51E619E-2E88-4136-A15A-294DD67C4A6D}" destId="{BB8FEE8D-E516-42C2-879E-7316975DACFC}" srcOrd="11" destOrd="0" presId="urn:microsoft.com/office/officeart/2008/layout/VerticalAccentList"/>
    <dgm:cxn modelId="{E0C121C9-144D-4E2F-8DD6-B9915E3635FB}" type="presParOf" srcId="{B51E619E-2E88-4136-A15A-294DD67C4A6D}" destId="{9E957517-E7B1-432B-A543-C32035C66E81}" srcOrd="12" destOrd="0" presId="urn:microsoft.com/office/officeart/2008/layout/VerticalAccentList"/>
    <dgm:cxn modelId="{06ED32ED-FDA4-4C44-BE30-0E474AD7EB1D}" type="presParOf" srcId="{9E957517-E7B1-432B-A543-C32035C66E81}" destId="{1CC23D15-E2BA-428D-9340-C158FBF3A12E}" srcOrd="0" destOrd="0" presId="urn:microsoft.com/office/officeart/2008/layout/VerticalAccentList"/>
    <dgm:cxn modelId="{E44DDF62-423A-49A3-B561-7E6A7A3E232A}" type="presParOf" srcId="{B51E619E-2E88-4136-A15A-294DD67C4A6D}" destId="{72A416D2-C39B-42A5-884C-11F7872EDF40}" srcOrd="13" destOrd="0" presId="urn:microsoft.com/office/officeart/2008/layout/VerticalAccentList"/>
    <dgm:cxn modelId="{DB1D12D2-FE26-4071-8C18-02B38F205E81}" type="presParOf" srcId="{72A416D2-C39B-42A5-884C-11F7872EDF40}" destId="{ACC833A2-426A-47B7-A815-2BC8F82BA9DD}" srcOrd="0" destOrd="0" presId="urn:microsoft.com/office/officeart/2008/layout/VerticalAccentList"/>
    <dgm:cxn modelId="{3FEBEC4C-A02F-4F07-B36A-D44BAD0DCD82}" type="presParOf" srcId="{72A416D2-C39B-42A5-884C-11F7872EDF40}" destId="{5B1DEDD6-4DD2-473B-804E-4CBE8F4DD0F1}" srcOrd="1" destOrd="0" presId="urn:microsoft.com/office/officeart/2008/layout/VerticalAccentList"/>
    <dgm:cxn modelId="{84B37C1D-239A-46EF-B0DB-0475FC400C49}" type="presParOf" srcId="{72A416D2-C39B-42A5-884C-11F7872EDF40}" destId="{01172F1C-E551-496A-8BF3-FCCDE1F70131}" srcOrd="2" destOrd="0" presId="urn:microsoft.com/office/officeart/2008/layout/VerticalAccentList"/>
    <dgm:cxn modelId="{0E6AFC9A-47FC-4A58-BBD0-7F468CF74D43}" type="presParOf" srcId="{72A416D2-C39B-42A5-884C-11F7872EDF40}" destId="{401DDA69-129B-4E07-82A5-34401ADA58A7}" srcOrd="3" destOrd="0" presId="urn:microsoft.com/office/officeart/2008/layout/VerticalAccentList"/>
    <dgm:cxn modelId="{8A1F39C3-DC93-4793-B60F-8BD458BA4C92}" type="presParOf" srcId="{72A416D2-C39B-42A5-884C-11F7872EDF40}" destId="{5F835A44-BAF3-4706-BDA8-F6E7F1F5E7ED}" srcOrd="4" destOrd="0" presId="urn:microsoft.com/office/officeart/2008/layout/VerticalAccentList"/>
    <dgm:cxn modelId="{CEF076DF-DD66-4757-AF3C-D0A49D84C6A3}" type="presParOf" srcId="{72A416D2-C39B-42A5-884C-11F7872EDF40}" destId="{2DD40A89-2366-4A5D-A1ED-C0A739DED5BD}" srcOrd="5" destOrd="0" presId="urn:microsoft.com/office/officeart/2008/layout/VerticalAccentList"/>
    <dgm:cxn modelId="{76A12E45-EA96-4F92-B038-CCC59D1D0E48}" type="presParOf" srcId="{72A416D2-C39B-42A5-884C-11F7872EDF40}" destId="{255A3D29-0913-4461-A517-379147DC7B27}" srcOrd="6" destOrd="0" presId="urn:microsoft.com/office/officeart/2008/layout/VerticalAccentList"/>
    <dgm:cxn modelId="{784138E1-722B-4C0D-BB56-6E5710218AD0}" type="presParOf" srcId="{B51E619E-2E88-4136-A15A-294DD67C4A6D}" destId="{745CB8EC-9DC2-4D61-8F7F-627D9EB741B2}" srcOrd="14" destOrd="0" presId="urn:microsoft.com/office/officeart/2008/layout/VerticalAccentList"/>
    <dgm:cxn modelId="{C783B620-B7E0-4C2A-B4DB-2E1E5549221F}" type="presParOf" srcId="{B51E619E-2E88-4136-A15A-294DD67C4A6D}" destId="{E919DF41-280E-4F34-A5EB-0014F2BF2E29}" srcOrd="15" destOrd="0" presId="urn:microsoft.com/office/officeart/2008/layout/VerticalAccentList"/>
    <dgm:cxn modelId="{13019587-3F13-4C2A-891E-CC5130611B7B}" type="presParOf" srcId="{E919DF41-280E-4F34-A5EB-0014F2BF2E29}" destId="{25E21080-85AD-4539-8411-47A121E53DF8}" srcOrd="0" destOrd="0" presId="urn:microsoft.com/office/officeart/2008/layout/VerticalAccentList"/>
    <dgm:cxn modelId="{D5486B5A-C114-464E-863F-EC81F081B539}" type="presParOf" srcId="{B51E619E-2E88-4136-A15A-294DD67C4A6D}" destId="{BFD5406A-3D6B-4DA1-9C8D-12E5D45CF189}" srcOrd="16" destOrd="0" presId="urn:microsoft.com/office/officeart/2008/layout/VerticalAccentList"/>
    <dgm:cxn modelId="{04D2850C-B625-451A-A52F-1CA59FB6CFDC}" type="presParOf" srcId="{BFD5406A-3D6B-4DA1-9C8D-12E5D45CF189}" destId="{D998EFED-C113-49B3-B0BB-13A86C2D59DC}" srcOrd="0" destOrd="0" presId="urn:microsoft.com/office/officeart/2008/layout/VerticalAccentList"/>
    <dgm:cxn modelId="{1EB000A2-0F9E-4A72-8D47-C488F40EEF88}" type="presParOf" srcId="{BFD5406A-3D6B-4DA1-9C8D-12E5D45CF189}" destId="{4C29A45D-F5A0-4A7F-9BCB-14B30D8F2F6C}" srcOrd="1" destOrd="0" presId="urn:microsoft.com/office/officeart/2008/layout/VerticalAccentList"/>
    <dgm:cxn modelId="{CCD66706-6986-46BA-A25E-51D7E932DA1B}" type="presParOf" srcId="{BFD5406A-3D6B-4DA1-9C8D-12E5D45CF189}" destId="{24D6EA8F-8CB8-45E7-9CBE-F7BFE084D67D}" srcOrd="2" destOrd="0" presId="urn:microsoft.com/office/officeart/2008/layout/VerticalAccentList"/>
    <dgm:cxn modelId="{80E0DFCD-2E4A-41D2-BAA6-654F2DA04645}" type="presParOf" srcId="{BFD5406A-3D6B-4DA1-9C8D-12E5D45CF189}" destId="{D580A10E-7910-4174-91D6-A5A5F3CF5A6F}" srcOrd="3" destOrd="0" presId="urn:microsoft.com/office/officeart/2008/layout/VerticalAccentList"/>
    <dgm:cxn modelId="{7256CC64-3BDB-4525-A267-1A3D1F230E03}" type="presParOf" srcId="{BFD5406A-3D6B-4DA1-9C8D-12E5D45CF189}" destId="{3B749978-273B-4F46-A5F4-1118390750F3}" srcOrd="4" destOrd="0" presId="urn:microsoft.com/office/officeart/2008/layout/VerticalAccentList"/>
    <dgm:cxn modelId="{DB6F00D1-EA28-4540-9299-533F6483F9FF}" type="presParOf" srcId="{BFD5406A-3D6B-4DA1-9C8D-12E5D45CF189}" destId="{7B615A36-878F-477B-9BAF-EE45A4770534}" srcOrd="5" destOrd="0" presId="urn:microsoft.com/office/officeart/2008/layout/VerticalAccentList"/>
    <dgm:cxn modelId="{D1D19EF4-3F96-4B39-96C5-C52D4B75E192}" type="presParOf" srcId="{BFD5406A-3D6B-4DA1-9C8D-12E5D45CF189}" destId="{A831DEEA-AA3F-472E-A9A5-B36C3A45762F}" srcOrd="6" destOrd="0" presId="urn:microsoft.com/office/officeart/2008/layout/VerticalAccentList"/>
    <dgm:cxn modelId="{AB9F5905-F3A4-4AA9-A8E5-CCB45F7ADBDD}" type="presParOf" srcId="{B51E619E-2E88-4136-A15A-294DD67C4A6D}" destId="{3AD49CF5-E3D9-4CA5-8C3F-4A4874A1492D}" srcOrd="17" destOrd="0" presId="urn:microsoft.com/office/officeart/2008/layout/VerticalAccentList"/>
    <dgm:cxn modelId="{D478E6D0-3805-4C12-8F6B-A1FC4BF560DB}" type="presParOf" srcId="{B51E619E-2E88-4136-A15A-294DD67C4A6D}" destId="{A8C28743-5A12-46D0-803C-7E6091723110}" srcOrd="18" destOrd="0" presId="urn:microsoft.com/office/officeart/2008/layout/VerticalAccentList"/>
    <dgm:cxn modelId="{C7FF5E2C-AB5F-4EEE-B08B-F9AB10C4A173}" type="presParOf" srcId="{A8C28743-5A12-46D0-803C-7E6091723110}" destId="{9B38C57C-9DD4-4622-B07F-02B3F08248F8}" srcOrd="0" destOrd="0" presId="urn:microsoft.com/office/officeart/2008/layout/VerticalAccentList"/>
    <dgm:cxn modelId="{9B081750-3D6B-475C-959D-C2BBBB885CE7}" type="presParOf" srcId="{B51E619E-2E88-4136-A15A-294DD67C4A6D}" destId="{9993F3B3-4747-44C1-B80D-AF757B332FDD}" srcOrd="19" destOrd="0" presId="urn:microsoft.com/office/officeart/2008/layout/VerticalAccentList"/>
    <dgm:cxn modelId="{25B99D6E-7FD1-48E6-BFF4-1F611CF4C3E8}" type="presParOf" srcId="{9993F3B3-4747-44C1-B80D-AF757B332FDD}" destId="{1CEC52DE-DC0B-467F-8133-C014393DBAE2}" srcOrd="0" destOrd="0" presId="urn:microsoft.com/office/officeart/2008/layout/VerticalAccentList"/>
    <dgm:cxn modelId="{10F3AC9A-7ED5-4F0C-BCA6-EE802F286FB8}" type="presParOf" srcId="{9993F3B3-4747-44C1-B80D-AF757B332FDD}" destId="{05C1E11A-F34A-4E6D-BA36-A613EDBCAECA}" srcOrd="1" destOrd="0" presId="urn:microsoft.com/office/officeart/2008/layout/VerticalAccentList"/>
    <dgm:cxn modelId="{9C8A2214-7B31-439B-A33E-BA978E603075}" type="presParOf" srcId="{9993F3B3-4747-44C1-B80D-AF757B332FDD}" destId="{B04C5A8A-BC47-4890-8C8D-54A224ED2F3A}" srcOrd="2" destOrd="0" presId="urn:microsoft.com/office/officeart/2008/layout/VerticalAccentList"/>
    <dgm:cxn modelId="{9089A2D5-9EB7-4CEE-BC49-46B8259A0C6F}" type="presParOf" srcId="{9993F3B3-4747-44C1-B80D-AF757B332FDD}" destId="{E2D4B72F-978D-43DD-BA34-462554EB9DD0}" srcOrd="3" destOrd="0" presId="urn:microsoft.com/office/officeart/2008/layout/VerticalAccentList"/>
    <dgm:cxn modelId="{E143A580-A65A-4A2F-AE55-7CBFEE77C5F0}" type="presParOf" srcId="{9993F3B3-4747-44C1-B80D-AF757B332FDD}" destId="{A0CFC2A7-A35D-4B24-B6DA-F77CD49132DD}" srcOrd="4" destOrd="0" presId="urn:microsoft.com/office/officeart/2008/layout/VerticalAccentList"/>
    <dgm:cxn modelId="{135CB386-994E-45B9-B408-3BA9192531E1}" type="presParOf" srcId="{9993F3B3-4747-44C1-B80D-AF757B332FDD}" destId="{D78DE338-AA11-4AF1-81C3-96A493CC2D75}" srcOrd="5" destOrd="0" presId="urn:microsoft.com/office/officeart/2008/layout/VerticalAccentList"/>
    <dgm:cxn modelId="{066B0CBB-6211-4E72-999B-BA646D04639A}" type="presParOf" srcId="{9993F3B3-4747-44C1-B80D-AF757B332FDD}" destId="{AC05EBE7-7E45-4287-871B-CA90FD9BEBD1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BB8370A-BF53-4C43-93B2-DE78A7E8EC3D}" type="doc">
      <dgm:prSet loTypeId="urn:microsoft.com/office/officeart/2008/layout/Vertical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7633F04-D591-4665-B2CF-A32A61DF910A}">
      <dgm:prSet phldrT="[Texte]" custT="1"/>
      <dgm:spPr/>
      <dgm:t>
        <a:bodyPr/>
        <a:lstStyle/>
        <a:p>
          <a:r>
            <a:rPr lang="fr-FR" sz="1400" b="1" dirty="0"/>
            <a:t>Identification des pays qui ont le plus besoin d’amélioration des services existants </a:t>
          </a:r>
        </a:p>
      </dgm:t>
    </dgm:pt>
    <dgm:pt modelId="{92A35833-E249-41C9-AF19-9F704215226A}" type="parTrans" cxnId="{D27AD4C8-3DD9-473F-894A-3A37F33520B5}">
      <dgm:prSet/>
      <dgm:spPr/>
      <dgm:t>
        <a:bodyPr/>
        <a:lstStyle/>
        <a:p>
          <a:endParaRPr lang="fr-FR"/>
        </a:p>
      </dgm:t>
    </dgm:pt>
    <dgm:pt modelId="{76C962F9-5C7C-4FAB-B48E-AB1D676FFF9D}" type="sibTrans" cxnId="{D27AD4C8-3DD9-473F-894A-3A37F33520B5}">
      <dgm:prSet/>
      <dgm:spPr/>
      <dgm:t>
        <a:bodyPr/>
        <a:lstStyle/>
        <a:p>
          <a:endParaRPr lang="fr-FR"/>
        </a:p>
      </dgm:t>
    </dgm:pt>
    <dgm:pt modelId="{C75C74B0-9E6B-463B-B3A6-3B70C6BF8392}">
      <dgm:prSet custT="1"/>
      <dgm:spPr/>
      <dgm:t>
        <a:bodyPr/>
        <a:lstStyle/>
        <a:p>
          <a:r>
            <a:rPr lang="fr-FR" sz="1400" b="1" dirty="0"/>
            <a:t>Le taux d’accès à l’eau potable et le taux de population urbaine.</a:t>
          </a:r>
        </a:p>
      </dgm:t>
    </dgm:pt>
    <dgm:pt modelId="{3B0C7DD9-F95E-4436-B8C4-9711875C3EBE}" type="parTrans" cxnId="{17772270-7FD4-4C5A-98AC-AD490E1021C9}">
      <dgm:prSet/>
      <dgm:spPr/>
      <dgm:t>
        <a:bodyPr/>
        <a:lstStyle/>
        <a:p>
          <a:endParaRPr lang="fr-FR"/>
        </a:p>
      </dgm:t>
    </dgm:pt>
    <dgm:pt modelId="{F58054E0-679F-4D73-8869-60181B7E1239}" type="sibTrans" cxnId="{17772270-7FD4-4C5A-98AC-AD490E1021C9}">
      <dgm:prSet/>
      <dgm:spPr/>
      <dgm:t>
        <a:bodyPr/>
        <a:lstStyle/>
        <a:p>
          <a:endParaRPr lang="fr-FR"/>
        </a:p>
      </dgm:t>
    </dgm:pt>
    <dgm:pt modelId="{2636AB16-DBA5-4BB1-9DED-18A9E5B101DC}">
      <dgm:prSet custT="1"/>
      <dgm:spPr/>
      <dgm:t>
        <a:bodyPr/>
        <a:lstStyle/>
        <a:p>
          <a:r>
            <a:rPr lang="fr-FR" sz="1400" b="1" dirty="0"/>
            <a:t>Les pays qui rencontrent des difficultés d’accès à l’eau potable</a:t>
          </a:r>
        </a:p>
      </dgm:t>
    </dgm:pt>
    <dgm:pt modelId="{88B8E6D9-F8BF-406A-99B6-659987F11900}" type="parTrans" cxnId="{C15B0DC5-0C1E-4604-A2B9-5DBE05A54BAD}">
      <dgm:prSet/>
      <dgm:spPr/>
      <dgm:t>
        <a:bodyPr/>
        <a:lstStyle/>
        <a:p>
          <a:endParaRPr lang="fr-FR"/>
        </a:p>
      </dgm:t>
    </dgm:pt>
    <dgm:pt modelId="{9028C438-CAE4-491A-BFFD-718574A08011}" type="sibTrans" cxnId="{C15B0DC5-0C1E-4604-A2B9-5DBE05A54BAD}">
      <dgm:prSet/>
      <dgm:spPr/>
      <dgm:t>
        <a:bodyPr/>
        <a:lstStyle/>
        <a:p>
          <a:endParaRPr lang="fr-FR"/>
        </a:p>
      </dgm:t>
    </dgm:pt>
    <dgm:pt modelId="{752AD717-CA3B-4486-AAE0-5B0B5E195E76}">
      <dgm:prSet custT="1"/>
      <dgm:spPr/>
      <dgm:t>
        <a:bodyPr/>
        <a:lstStyle/>
        <a:p>
          <a:r>
            <a:rPr lang="fr-FR" sz="1400" b="1" dirty="0"/>
            <a:t>Identification du taux de mortalité dû à de l’eau insalubre</a:t>
          </a:r>
        </a:p>
      </dgm:t>
    </dgm:pt>
    <dgm:pt modelId="{0349BD23-240A-42E3-89E2-C120723D2E40}" type="parTrans" cxnId="{DA8572AA-19DD-4EC9-B825-A3B30F1E0409}">
      <dgm:prSet/>
      <dgm:spPr/>
      <dgm:t>
        <a:bodyPr/>
        <a:lstStyle/>
        <a:p>
          <a:endParaRPr lang="fr-FR"/>
        </a:p>
      </dgm:t>
    </dgm:pt>
    <dgm:pt modelId="{27E797AC-A69A-434D-934E-8A5C7ACAF530}" type="sibTrans" cxnId="{DA8572AA-19DD-4EC9-B825-A3B30F1E0409}">
      <dgm:prSet/>
      <dgm:spPr/>
      <dgm:t>
        <a:bodyPr/>
        <a:lstStyle/>
        <a:p>
          <a:endParaRPr lang="fr-FR"/>
        </a:p>
      </dgm:t>
    </dgm:pt>
    <dgm:pt modelId="{02189D0A-096D-4216-8E56-91C14049DCD7}">
      <dgm:prSet custT="1"/>
      <dgm:spPr/>
      <dgm:t>
        <a:bodyPr/>
        <a:lstStyle/>
        <a:p>
          <a:r>
            <a:rPr lang="fr-FR" sz="1400" b="1" dirty="0"/>
            <a:t>Taux d'accès à l’infrastructure et taux de mortalité dû à l'eau insalubre instabilité politique</a:t>
          </a:r>
        </a:p>
      </dgm:t>
    </dgm:pt>
    <dgm:pt modelId="{F8E6A054-931C-4BAD-A846-C6F2844EEE8A}" type="parTrans" cxnId="{CDB34BAF-580E-41DE-9576-9309A0510FA4}">
      <dgm:prSet/>
      <dgm:spPr/>
      <dgm:t>
        <a:bodyPr/>
        <a:lstStyle/>
        <a:p>
          <a:endParaRPr lang="fr-FR"/>
        </a:p>
      </dgm:t>
    </dgm:pt>
    <dgm:pt modelId="{60CE6922-0C83-4A1C-B092-6A9F329F6990}" type="sibTrans" cxnId="{CDB34BAF-580E-41DE-9576-9309A0510FA4}">
      <dgm:prSet/>
      <dgm:spPr/>
      <dgm:t>
        <a:bodyPr/>
        <a:lstStyle/>
        <a:p>
          <a:endParaRPr lang="fr-FR"/>
        </a:p>
      </dgm:t>
    </dgm:pt>
    <dgm:pt modelId="{A411790D-2E79-4C78-B26F-8DA404F9DF94}">
      <dgm:prSet custT="1"/>
      <dgm:spPr/>
      <dgm:t>
        <a:bodyPr/>
        <a:lstStyle/>
        <a:p>
          <a:r>
            <a:rPr lang="fr-FR" sz="1400" b="1" dirty="0"/>
            <a:t>Identification des pays qui ont le plus besoin d’amélioration des services existants : insalubrité des infrastructures.</a:t>
          </a:r>
        </a:p>
      </dgm:t>
    </dgm:pt>
    <dgm:pt modelId="{1E27635F-B4FB-4A64-B82B-A216CB3E4836}" type="parTrans" cxnId="{96A84647-60C5-42F1-9AC0-0EAD6B5C9868}">
      <dgm:prSet/>
      <dgm:spPr/>
      <dgm:t>
        <a:bodyPr/>
        <a:lstStyle/>
        <a:p>
          <a:endParaRPr lang="fr-FR"/>
        </a:p>
      </dgm:t>
    </dgm:pt>
    <dgm:pt modelId="{E7029B61-4A6B-4D5B-81D5-9B4609967474}" type="sibTrans" cxnId="{96A84647-60C5-42F1-9AC0-0EAD6B5C9868}">
      <dgm:prSet/>
      <dgm:spPr/>
      <dgm:t>
        <a:bodyPr/>
        <a:lstStyle/>
        <a:p>
          <a:endParaRPr lang="fr-FR"/>
        </a:p>
      </dgm:t>
    </dgm:pt>
    <dgm:pt modelId="{FF4E733B-342A-4E05-BEC3-5E2FC800FE45}" type="pres">
      <dgm:prSet presAssocID="{9BB8370A-BF53-4C43-93B2-DE78A7E8EC3D}" presName="Name0" presStyleCnt="0">
        <dgm:presLayoutVars>
          <dgm:chMax/>
          <dgm:chPref/>
          <dgm:dir/>
        </dgm:presLayoutVars>
      </dgm:prSet>
      <dgm:spPr/>
    </dgm:pt>
    <dgm:pt modelId="{E3E77ABC-42CA-4C6F-8860-782D99C07A62}" type="pres">
      <dgm:prSet presAssocID="{77633F04-D591-4665-B2CF-A32A61DF910A}" presName="parenttextcomposite" presStyleCnt="0"/>
      <dgm:spPr/>
    </dgm:pt>
    <dgm:pt modelId="{B088DD64-2BF8-4FD0-999A-BD56C15E8BBF}" type="pres">
      <dgm:prSet presAssocID="{77633F04-D591-4665-B2CF-A32A61DF910A}" presName="parenttext" presStyleLbl="revTx" presStyleIdx="0" presStyleCnt="6">
        <dgm:presLayoutVars>
          <dgm:chMax/>
          <dgm:chPref val="2"/>
          <dgm:bulletEnabled val="1"/>
        </dgm:presLayoutVars>
      </dgm:prSet>
      <dgm:spPr/>
    </dgm:pt>
    <dgm:pt modelId="{DFAE5DD8-D99B-4C1D-96DC-597460653C42}" type="pres">
      <dgm:prSet presAssocID="{77633F04-D591-4665-B2CF-A32A61DF910A}" presName="parallelogramComposite" presStyleCnt="0"/>
      <dgm:spPr/>
    </dgm:pt>
    <dgm:pt modelId="{1BCEEFBF-1489-4B5E-A49B-FD4563ECE10C}" type="pres">
      <dgm:prSet presAssocID="{77633F04-D591-4665-B2CF-A32A61DF910A}" presName="parallelogram1" presStyleLbl="alignNode1" presStyleIdx="0" presStyleCnt="42"/>
      <dgm:spPr/>
    </dgm:pt>
    <dgm:pt modelId="{7A97946B-2264-49B4-88D8-E7BD5FA0C92B}" type="pres">
      <dgm:prSet presAssocID="{77633F04-D591-4665-B2CF-A32A61DF910A}" presName="parallelogram2" presStyleLbl="alignNode1" presStyleIdx="1" presStyleCnt="42"/>
      <dgm:spPr/>
    </dgm:pt>
    <dgm:pt modelId="{1FC7CD0A-0D31-4B4F-8493-6A931FB407B3}" type="pres">
      <dgm:prSet presAssocID="{77633F04-D591-4665-B2CF-A32A61DF910A}" presName="parallelogram3" presStyleLbl="alignNode1" presStyleIdx="2" presStyleCnt="42"/>
      <dgm:spPr/>
    </dgm:pt>
    <dgm:pt modelId="{ED7B345A-0578-4E9D-90BD-0F004484A5F9}" type="pres">
      <dgm:prSet presAssocID="{77633F04-D591-4665-B2CF-A32A61DF910A}" presName="parallelogram4" presStyleLbl="alignNode1" presStyleIdx="3" presStyleCnt="42"/>
      <dgm:spPr/>
    </dgm:pt>
    <dgm:pt modelId="{309CF26F-5155-45F7-AC47-B799272DA3FA}" type="pres">
      <dgm:prSet presAssocID="{77633F04-D591-4665-B2CF-A32A61DF910A}" presName="parallelogram5" presStyleLbl="alignNode1" presStyleIdx="4" presStyleCnt="42"/>
      <dgm:spPr/>
    </dgm:pt>
    <dgm:pt modelId="{81F502AD-1ED3-4E23-ABB3-0151B1E3471C}" type="pres">
      <dgm:prSet presAssocID="{77633F04-D591-4665-B2CF-A32A61DF910A}" presName="parallelogram6" presStyleLbl="alignNode1" presStyleIdx="5" presStyleCnt="42"/>
      <dgm:spPr/>
    </dgm:pt>
    <dgm:pt modelId="{9D9B47A8-9F5B-4CF3-909F-7DFDCB476DFE}" type="pres">
      <dgm:prSet presAssocID="{77633F04-D591-4665-B2CF-A32A61DF910A}" presName="parallelogram7" presStyleLbl="alignNode1" presStyleIdx="6" presStyleCnt="42"/>
      <dgm:spPr/>
    </dgm:pt>
    <dgm:pt modelId="{976D6A3E-CD3D-4DA3-A019-296288B5F470}" type="pres">
      <dgm:prSet presAssocID="{76C962F9-5C7C-4FAB-B48E-AB1D676FFF9D}" presName="sibTrans" presStyleCnt="0"/>
      <dgm:spPr/>
    </dgm:pt>
    <dgm:pt modelId="{FF66C2D2-C16C-49AA-8745-F7C10FB55577}" type="pres">
      <dgm:prSet presAssocID="{C75C74B0-9E6B-463B-B3A6-3B70C6BF8392}" presName="parenttextcomposite" presStyleCnt="0"/>
      <dgm:spPr/>
    </dgm:pt>
    <dgm:pt modelId="{4B07AE40-219F-45F5-B4AE-6C0F77B8604A}" type="pres">
      <dgm:prSet presAssocID="{C75C74B0-9E6B-463B-B3A6-3B70C6BF8392}" presName="parenttext" presStyleLbl="revTx" presStyleIdx="1" presStyleCnt="6">
        <dgm:presLayoutVars>
          <dgm:chMax/>
          <dgm:chPref val="2"/>
          <dgm:bulletEnabled val="1"/>
        </dgm:presLayoutVars>
      </dgm:prSet>
      <dgm:spPr/>
    </dgm:pt>
    <dgm:pt modelId="{3DDA1CDF-E712-4FB7-8D14-2A6D0291ACFF}" type="pres">
      <dgm:prSet presAssocID="{C75C74B0-9E6B-463B-B3A6-3B70C6BF8392}" presName="parallelogramComposite" presStyleCnt="0"/>
      <dgm:spPr/>
    </dgm:pt>
    <dgm:pt modelId="{11D73362-D1DD-4735-9133-E0D604941CDC}" type="pres">
      <dgm:prSet presAssocID="{C75C74B0-9E6B-463B-B3A6-3B70C6BF8392}" presName="parallelogram1" presStyleLbl="alignNode1" presStyleIdx="7" presStyleCnt="42"/>
      <dgm:spPr/>
    </dgm:pt>
    <dgm:pt modelId="{EC57B0AF-1710-4367-9E98-931E003B4CD1}" type="pres">
      <dgm:prSet presAssocID="{C75C74B0-9E6B-463B-B3A6-3B70C6BF8392}" presName="parallelogram2" presStyleLbl="alignNode1" presStyleIdx="8" presStyleCnt="42"/>
      <dgm:spPr/>
    </dgm:pt>
    <dgm:pt modelId="{25C0A434-2F9F-4224-93FB-7883E05D3D89}" type="pres">
      <dgm:prSet presAssocID="{C75C74B0-9E6B-463B-B3A6-3B70C6BF8392}" presName="parallelogram3" presStyleLbl="alignNode1" presStyleIdx="9" presStyleCnt="42"/>
      <dgm:spPr/>
    </dgm:pt>
    <dgm:pt modelId="{E8EA781D-C790-47A2-B22C-45190E8D5013}" type="pres">
      <dgm:prSet presAssocID="{C75C74B0-9E6B-463B-B3A6-3B70C6BF8392}" presName="parallelogram4" presStyleLbl="alignNode1" presStyleIdx="10" presStyleCnt="42"/>
      <dgm:spPr/>
    </dgm:pt>
    <dgm:pt modelId="{471FB116-4893-461A-9B9C-0EA8098AF643}" type="pres">
      <dgm:prSet presAssocID="{C75C74B0-9E6B-463B-B3A6-3B70C6BF8392}" presName="parallelogram5" presStyleLbl="alignNode1" presStyleIdx="11" presStyleCnt="42"/>
      <dgm:spPr/>
    </dgm:pt>
    <dgm:pt modelId="{9EAD7C37-4A1E-4448-9AFB-C72CB4464D83}" type="pres">
      <dgm:prSet presAssocID="{C75C74B0-9E6B-463B-B3A6-3B70C6BF8392}" presName="parallelogram6" presStyleLbl="alignNode1" presStyleIdx="12" presStyleCnt="42"/>
      <dgm:spPr/>
    </dgm:pt>
    <dgm:pt modelId="{74E1335D-3FF3-46E0-8450-20E3B5BE748F}" type="pres">
      <dgm:prSet presAssocID="{C75C74B0-9E6B-463B-B3A6-3B70C6BF8392}" presName="parallelogram7" presStyleLbl="alignNode1" presStyleIdx="13" presStyleCnt="42"/>
      <dgm:spPr/>
    </dgm:pt>
    <dgm:pt modelId="{531D773A-7914-40DA-8F25-5F2506DE7373}" type="pres">
      <dgm:prSet presAssocID="{F58054E0-679F-4D73-8869-60181B7E1239}" presName="sibTrans" presStyleCnt="0"/>
      <dgm:spPr/>
    </dgm:pt>
    <dgm:pt modelId="{B444C8DE-7B7C-4732-8939-8E01131F004D}" type="pres">
      <dgm:prSet presAssocID="{2636AB16-DBA5-4BB1-9DED-18A9E5B101DC}" presName="parenttextcomposite" presStyleCnt="0"/>
      <dgm:spPr/>
    </dgm:pt>
    <dgm:pt modelId="{C8B9BE58-92C1-4604-9BDE-CC72F46BC78B}" type="pres">
      <dgm:prSet presAssocID="{2636AB16-DBA5-4BB1-9DED-18A9E5B101DC}" presName="parenttext" presStyleLbl="revTx" presStyleIdx="2" presStyleCnt="6">
        <dgm:presLayoutVars>
          <dgm:chMax/>
          <dgm:chPref val="2"/>
          <dgm:bulletEnabled val="1"/>
        </dgm:presLayoutVars>
      </dgm:prSet>
      <dgm:spPr/>
    </dgm:pt>
    <dgm:pt modelId="{57B692D0-65EA-432F-87D0-035AA2469E27}" type="pres">
      <dgm:prSet presAssocID="{2636AB16-DBA5-4BB1-9DED-18A9E5B101DC}" presName="parallelogramComposite" presStyleCnt="0"/>
      <dgm:spPr/>
    </dgm:pt>
    <dgm:pt modelId="{C8AA228C-E8BE-46E9-932B-E8B23F23AC05}" type="pres">
      <dgm:prSet presAssocID="{2636AB16-DBA5-4BB1-9DED-18A9E5B101DC}" presName="parallelogram1" presStyleLbl="alignNode1" presStyleIdx="14" presStyleCnt="42"/>
      <dgm:spPr/>
    </dgm:pt>
    <dgm:pt modelId="{1ADBAA02-120C-4130-8BE8-3086E4F89DB2}" type="pres">
      <dgm:prSet presAssocID="{2636AB16-DBA5-4BB1-9DED-18A9E5B101DC}" presName="parallelogram2" presStyleLbl="alignNode1" presStyleIdx="15" presStyleCnt="42"/>
      <dgm:spPr/>
    </dgm:pt>
    <dgm:pt modelId="{0FB68C5D-6A1A-44F7-BB33-D0C16DF63CDE}" type="pres">
      <dgm:prSet presAssocID="{2636AB16-DBA5-4BB1-9DED-18A9E5B101DC}" presName="parallelogram3" presStyleLbl="alignNode1" presStyleIdx="16" presStyleCnt="42"/>
      <dgm:spPr/>
    </dgm:pt>
    <dgm:pt modelId="{5E50F8E3-7650-497C-8D88-7D3608016E3C}" type="pres">
      <dgm:prSet presAssocID="{2636AB16-DBA5-4BB1-9DED-18A9E5B101DC}" presName="parallelogram4" presStyleLbl="alignNode1" presStyleIdx="17" presStyleCnt="42"/>
      <dgm:spPr/>
    </dgm:pt>
    <dgm:pt modelId="{FD56AC5F-73E0-4A64-A3D6-E14BFF02E0B0}" type="pres">
      <dgm:prSet presAssocID="{2636AB16-DBA5-4BB1-9DED-18A9E5B101DC}" presName="parallelogram5" presStyleLbl="alignNode1" presStyleIdx="18" presStyleCnt="42"/>
      <dgm:spPr/>
    </dgm:pt>
    <dgm:pt modelId="{F77DA2AD-1A53-4F18-9A37-6B02E375962B}" type="pres">
      <dgm:prSet presAssocID="{2636AB16-DBA5-4BB1-9DED-18A9E5B101DC}" presName="parallelogram6" presStyleLbl="alignNode1" presStyleIdx="19" presStyleCnt="42"/>
      <dgm:spPr/>
    </dgm:pt>
    <dgm:pt modelId="{47BE17E7-2790-493D-A95F-2692D1879232}" type="pres">
      <dgm:prSet presAssocID="{2636AB16-DBA5-4BB1-9DED-18A9E5B101DC}" presName="parallelogram7" presStyleLbl="alignNode1" presStyleIdx="20" presStyleCnt="42"/>
      <dgm:spPr/>
    </dgm:pt>
    <dgm:pt modelId="{FFFD826E-0C70-492D-AF8A-F05667442B8A}" type="pres">
      <dgm:prSet presAssocID="{9028C438-CAE4-491A-BFFD-718574A08011}" presName="sibTrans" presStyleCnt="0"/>
      <dgm:spPr/>
    </dgm:pt>
    <dgm:pt modelId="{62ABB16C-5EE8-4400-9DBF-AAE2A6A182BF}" type="pres">
      <dgm:prSet presAssocID="{752AD717-CA3B-4486-AAE0-5B0B5E195E76}" presName="parenttextcomposite" presStyleCnt="0"/>
      <dgm:spPr/>
    </dgm:pt>
    <dgm:pt modelId="{D225F638-28D8-4D80-B011-BD741CAB3C9A}" type="pres">
      <dgm:prSet presAssocID="{752AD717-CA3B-4486-AAE0-5B0B5E195E76}" presName="parenttext" presStyleLbl="revTx" presStyleIdx="3" presStyleCnt="6">
        <dgm:presLayoutVars>
          <dgm:chMax/>
          <dgm:chPref val="2"/>
          <dgm:bulletEnabled val="1"/>
        </dgm:presLayoutVars>
      </dgm:prSet>
      <dgm:spPr/>
    </dgm:pt>
    <dgm:pt modelId="{F8220EE3-6F34-4A89-8BA0-761659CC795F}" type="pres">
      <dgm:prSet presAssocID="{752AD717-CA3B-4486-AAE0-5B0B5E195E76}" presName="parallelogramComposite" presStyleCnt="0"/>
      <dgm:spPr/>
    </dgm:pt>
    <dgm:pt modelId="{33FA2EC3-C60B-48CD-8C55-3B56ABE6106E}" type="pres">
      <dgm:prSet presAssocID="{752AD717-CA3B-4486-AAE0-5B0B5E195E76}" presName="parallelogram1" presStyleLbl="alignNode1" presStyleIdx="21" presStyleCnt="42"/>
      <dgm:spPr/>
    </dgm:pt>
    <dgm:pt modelId="{1BA71A16-55A3-46BC-A2EC-44B99A21E572}" type="pres">
      <dgm:prSet presAssocID="{752AD717-CA3B-4486-AAE0-5B0B5E195E76}" presName="parallelogram2" presStyleLbl="alignNode1" presStyleIdx="22" presStyleCnt="42"/>
      <dgm:spPr/>
    </dgm:pt>
    <dgm:pt modelId="{7D333936-F6DA-4152-BB26-33CA900D6333}" type="pres">
      <dgm:prSet presAssocID="{752AD717-CA3B-4486-AAE0-5B0B5E195E76}" presName="parallelogram3" presStyleLbl="alignNode1" presStyleIdx="23" presStyleCnt="42"/>
      <dgm:spPr/>
    </dgm:pt>
    <dgm:pt modelId="{87CAFB0E-30DA-4755-ADC9-F4B1F092822C}" type="pres">
      <dgm:prSet presAssocID="{752AD717-CA3B-4486-AAE0-5B0B5E195E76}" presName="parallelogram4" presStyleLbl="alignNode1" presStyleIdx="24" presStyleCnt="42"/>
      <dgm:spPr/>
    </dgm:pt>
    <dgm:pt modelId="{8BF0A5DB-24BF-444E-9999-2CCC863D95F4}" type="pres">
      <dgm:prSet presAssocID="{752AD717-CA3B-4486-AAE0-5B0B5E195E76}" presName="parallelogram5" presStyleLbl="alignNode1" presStyleIdx="25" presStyleCnt="42"/>
      <dgm:spPr/>
    </dgm:pt>
    <dgm:pt modelId="{7CDEA601-7AFC-443C-880F-54FB5AE89B3A}" type="pres">
      <dgm:prSet presAssocID="{752AD717-CA3B-4486-AAE0-5B0B5E195E76}" presName="parallelogram6" presStyleLbl="alignNode1" presStyleIdx="26" presStyleCnt="42"/>
      <dgm:spPr/>
    </dgm:pt>
    <dgm:pt modelId="{A615A26C-A8D7-485E-940F-147B993D170C}" type="pres">
      <dgm:prSet presAssocID="{752AD717-CA3B-4486-AAE0-5B0B5E195E76}" presName="parallelogram7" presStyleLbl="alignNode1" presStyleIdx="27" presStyleCnt="42"/>
      <dgm:spPr/>
    </dgm:pt>
    <dgm:pt modelId="{6ABB2FE9-9704-4E70-AE76-317F4B7C681C}" type="pres">
      <dgm:prSet presAssocID="{27E797AC-A69A-434D-934E-8A5C7ACAF530}" presName="sibTrans" presStyleCnt="0"/>
      <dgm:spPr/>
    </dgm:pt>
    <dgm:pt modelId="{16193CA8-8C89-489E-9D9F-8EB81E7767E5}" type="pres">
      <dgm:prSet presAssocID="{02189D0A-096D-4216-8E56-91C14049DCD7}" presName="parenttextcomposite" presStyleCnt="0"/>
      <dgm:spPr/>
    </dgm:pt>
    <dgm:pt modelId="{7C103346-3466-4C40-9319-10DDD86CF25D}" type="pres">
      <dgm:prSet presAssocID="{02189D0A-096D-4216-8E56-91C14049DCD7}" presName="parenttext" presStyleLbl="revTx" presStyleIdx="4" presStyleCnt="6">
        <dgm:presLayoutVars>
          <dgm:chMax/>
          <dgm:chPref val="2"/>
          <dgm:bulletEnabled val="1"/>
        </dgm:presLayoutVars>
      </dgm:prSet>
      <dgm:spPr/>
    </dgm:pt>
    <dgm:pt modelId="{619BACFB-FD93-45C6-BC57-EDFFD1F9AC61}" type="pres">
      <dgm:prSet presAssocID="{02189D0A-096D-4216-8E56-91C14049DCD7}" presName="parallelogramComposite" presStyleCnt="0"/>
      <dgm:spPr/>
    </dgm:pt>
    <dgm:pt modelId="{3DA16E69-B777-4087-A7C7-78299198D740}" type="pres">
      <dgm:prSet presAssocID="{02189D0A-096D-4216-8E56-91C14049DCD7}" presName="parallelogram1" presStyleLbl="alignNode1" presStyleIdx="28" presStyleCnt="42"/>
      <dgm:spPr/>
    </dgm:pt>
    <dgm:pt modelId="{78E1AC8F-30EC-4C79-B38D-67090C617F95}" type="pres">
      <dgm:prSet presAssocID="{02189D0A-096D-4216-8E56-91C14049DCD7}" presName="parallelogram2" presStyleLbl="alignNode1" presStyleIdx="29" presStyleCnt="42"/>
      <dgm:spPr/>
    </dgm:pt>
    <dgm:pt modelId="{D5F963C0-5194-446A-AFF4-8C2A23C647E2}" type="pres">
      <dgm:prSet presAssocID="{02189D0A-096D-4216-8E56-91C14049DCD7}" presName="parallelogram3" presStyleLbl="alignNode1" presStyleIdx="30" presStyleCnt="42"/>
      <dgm:spPr/>
    </dgm:pt>
    <dgm:pt modelId="{C4456BDE-3D8F-474B-97D6-826A209BD064}" type="pres">
      <dgm:prSet presAssocID="{02189D0A-096D-4216-8E56-91C14049DCD7}" presName="parallelogram4" presStyleLbl="alignNode1" presStyleIdx="31" presStyleCnt="42"/>
      <dgm:spPr/>
    </dgm:pt>
    <dgm:pt modelId="{D44B02B2-3A19-4AE4-89F4-180A94A6F840}" type="pres">
      <dgm:prSet presAssocID="{02189D0A-096D-4216-8E56-91C14049DCD7}" presName="parallelogram5" presStyleLbl="alignNode1" presStyleIdx="32" presStyleCnt="42"/>
      <dgm:spPr/>
    </dgm:pt>
    <dgm:pt modelId="{93DA8834-1416-45D3-982A-D688C9FDBA38}" type="pres">
      <dgm:prSet presAssocID="{02189D0A-096D-4216-8E56-91C14049DCD7}" presName="parallelogram6" presStyleLbl="alignNode1" presStyleIdx="33" presStyleCnt="42"/>
      <dgm:spPr/>
    </dgm:pt>
    <dgm:pt modelId="{BAA6EE20-DA3C-465E-BF07-30BD7AF6F0F4}" type="pres">
      <dgm:prSet presAssocID="{02189D0A-096D-4216-8E56-91C14049DCD7}" presName="parallelogram7" presStyleLbl="alignNode1" presStyleIdx="34" presStyleCnt="42"/>
      <dgm:spPr/>
    </dgm:pt>
    <dgm:pt modelId="{B7B6A9CB-2766-4D4E-927D-8087F361DF78}" type="pres">
      <dgm:prSet presAssocID="{60CE6922-0C83-4A1C-B092-6A9F329F6990}" presName="sibTrans" presStyleCnt="0"/>
      <dgm:spPr/>
    </dgm:pt>
    <dgm:pt modelId="{DAD8F03B-15CA-44FB-BE09-2BC3AB79B961}" type="pres">
      <dgm:prSet presAssocID="{A411790D-2E79-4C78-B26F-8DA404F9DF94}" presName="parenttextcomposite" presStyleCnt="0"/>
      <dgm:spPr/>
    </dgm:pt>
    <dgm:pt modelId="{240A9DFB-2229-4A71-8528-880C9681E9B2}" type="pres">
      <dgm:prSet presAssocID="{A411790D-2E79-4C78-B26F-8DA404F9DF94}" presName="parenttext" presStyleLbl="revTx" presStyleIdx="5" presStyleCnt="6">
        <dgm:presLayoutVars>
          <dgm:chMax/>
          <dgm:chPref val="2"/>
          <dgm:bulletEnabled val="1"/>
        </dgm:presLayoutVars>
      </dgm:prSet>
      <dgm:spPr/>
    </dgm:pt>
    <dgm:pt modelId="{D4F1DADB-BEC8-4433-9E64-0A14C54FCEAE}" type="pres">
      <dgm:prSet presAssocID="{A411790D-2E79-4C78-B26F-8DA404F9DF94}" presName="parallelogramComposite" presStyleCnt="0"/>
      <dgm:spPr/>
    </dgm:pt>
    <dgm:pt modelId="{5AC3CF0E-5CE3-4FE0-92A4-887FAA667D28}" type="pres">
      <dgm:prSet presAssocID="{A411790D-2E79-4C78-B26F-8DA404F9DF94}" presName="parallelogram1" presStyleLbl="alignNode1" presStyleIdx="35" presStyleCnt="42"/>
      <dgm:spPr/>
    </dgm:pt>
    <dgm:pt modelId="{540C3933-F822-4D83-BEC5-529CE05C920D}" type="pres">
      <dgm:prSet presAssocID="{A411790D-2E79-4C78-B26F-8DA404F9DF94}" presName="parallelogram2" presStyleLbl="alignNode1" presStyleIdx="36" presStyleCnt="42"/>
      <dgm:spPr/>
    </dgm:pt>
    <dgm:pt modelId="{6A90C8BB-26B8-4498-87DA-F7B483F2ECEE}" type="pres">
      <dgm:prSet presAssocID="{A411790D-2E79-4C78-B26F-8DA404F9DF94}" presName="parallelogram3" presStyleLbl="alignNode1" presStyleIdx="37" presStyleCnt="42"/>
      <dgm:spPr/>
    </dgm:pt>
    <dgm:pt modelId="{DCEBA39D-7358-48DE-A089-A0FA14884340}" type="pres">
      <dgm:prSet presAssocID="{A411790D-2E79-4C78-B26F-8DA404F9DF94}" presName="parallelogram4" presStyleLbl="alignNode1" presStyleIdx="38" presStyleCnt="42"/>
      <dgm:spPr/>
    </dgm:pt>
    <dgm:pt modelId="{B62F6044-7F3A-45D3-A5BD-41FB93B64F4F}" type="pres">
      <dgm:prSet presAssocID="{A411790D-2E79-4C78-B26F-8DA404F9DF94}" presName="parallelogram5" presStyleLbl="alignNode1" presStyleIdx="39" presStyleCnt="42"/>
      <dgm:spPr/>
    </dgm:pt>
    <dgm:pt modelId="{740CBFA6-D84B-4506-A4A7-3F49068D6D9B}" type="pres">
      <dgm:prSet presAssocID="{A411790D-2E79-4C78-B26F-8DA404F9DF94}" presName="parallelogram6" presStyleLbl="alignNode1" presStyleIdx="40" presStyleCnt="42"/>
      <dgm:spPr/>
    </dgm:pt>
    <dgm:pt modelId="{5CC81215-E790-4773-A031-9FDA5F173D51}" type="pres">
      <dgm:prSet presAssocID="{A411790D-2E79-4C78-B26F-8DA404F9DF94}" presName="parallelogram7" presStyleLbl="alignNode1" presStyleIdx="41" presStyleCnt="42"/>
      <dgm:spPr/>
    </dgm:pt>
  </dgm:ptLst>
  <dgm:cxnLst>
    <dgm:cxn modelId="{2581DF09-4CD2-4A05-92E9-B5B6FF719FC4}" type="presOf" srcId="{9BB8370A-BF53-4C43-93B2-DE78A7E8EC3D}" destId="{FF4E733B-342A-4E05-BEC3-5E2FC800FE45}" srcOrd="0" destOrd="0" presId="urn:microsoft.com/office/officeart/2008/layout/VerticalAccentList"/>
    <dgm:cxn modelId="{FB02223F-6247-4D42-BC17-D394088C7002}" type="presOf" srcId="{A411790D-2E79-4C78-B26F-8DA404F9DF94}" destId="{240A9DFB-2229-4A71-8528-880C9681E9B2}" srcOrd="0" destOrd="0" presId="urn:microsoft.com/office/officeart/2008/layout/VerticalAccentList"/>
    <dgm:cxn modelId="{4F6F9240-83AC-42FD-85BA-B4BB4727AAF0}" type="presOf" srcId="{02189D0A-096D-4216-8E56-91C14049DCD7}" destId="{7C103346-3466-4C40-9319-10DDD86CF25D}" srcOrd="0" destOrd="0" presId="urn:microsoft.com/office/officeart/2008/layout/VerticalAccentList"/>
    <dgm:cxn modelId="{96A84647-60C5-42F1-9AC0-0EAD6B5C9868}" srcId="{9BB8370A-BF53-4C43-93B2-DE78A7E8EC3D}" destId="{A411790D-2E79-4C78-B26F-8DA404F9DF94}" srcOrd="5" destOrd="0" parTransId="{1E27635F-B4FB-4A64-B82B-A216CB3E4836}" sibTransId="{E7029B61-4A6B-4D5B-81D5-9B4609967474}"/>
    <dgm:cxn modelId="{17772270-7FD4-4C5A-98AC-AD490E1021C9}" srcId="{9BB8370A-BF53-4C43-93B2-DE78A7E8EC3D}" destId="{C75C74B0-9E6B-463B-B3A6-3B70C6BF8392}" srcOrd="1" destOrd="0" parTransId="{3B0C7DD9-F95E-4436-B8C4-9711875C3EBE}" sibTransId="{F58054E0-679F-4D73-8869-60181B7E1239}"/>
    <dgm:cxn modelId="{B9271856-D355-4B54-934C-E871D495E51D}" type="presOf" srcId="{C75C74B0-9E6B-463B-B3A6-3B70C6BF8392}" destId="{4B07AE40-219F-45F5-B4AE-6C0F77B8604A}" srcOrd="0" destOrd="0" presId="urn:microsoft.com/office/officeart/2008/layout/VerticalAccentList"/>
    <dgm:cxn modelId="{E4EDD280-10A0-4272-9EC4-EF9833AEA395}" type="presOf" srcId="{752AD717-CA3B-4486-AAE0-5B0B5E195E76}" destId="{D225F638-28D8-4D80-B011-BD741CAB3C9A}" srcOrd="0" destOrd="0" presId="urn:microsoft.com/office/officeart/2008/layout/VerticalAccentList"/>
    <dgm:cxn modelId="{DA8572AA-19DD-4EC9-B825-A3B30F1E0409}" srcId="{9BB8370A-BF53-4C43-93B2-DE78A7E8EC3D}" destId="{752AD717-CA3B-4486-AAE0-5B0B5E195E76}" srcOrd="3" destOrd="0" parTransId="{0349BD23-240A-42E3-89E2-C120723D2E40}" sibTransId="{27E797AC-A69A-434D-934E-8A5C7ACAF530}"/>
    <dgm:cxn modelId="{CDB34BAF-580E-41DE-9576-9309A0510FA4}" srcId="{9BB8370A-BF53-4C43-93B2-DE78A7E8EC3D}" destId="{02189D0A-096D-4216-8E56-91C14049DCD7}" srcOrd="4" destOrd="0" parTransId="{F8E6A054-931C-4BAD-A846-C6F2844EEE8A}" sibTransId="{60CE6922-0C83-4A1C-B092-6A9F329F6990}"/>
    <dgm:cxn modelId="{C15B0DC5-0C1E-4604-A2B9-5DBE05A54BAD}" srcId="{9BB8370A-BF53-4C43-93B2-DE78A7E8EC3D}" destId="{2636AB16-DBA5-4BB1-9DED-18A9E5B101DC}" srcOrd="2" destOrd="0" parTransId="{88B8E6D9-F8BF-406A-99B6-659987F11900}" sibTransId="{9028C438-CAE4-491A-BFFD-718574A08011}"/>
    <dgm:cxn modelId="{D27AD4C8-3DD9-473F-894A-3A37F33520B5}" srcId="{9BB8370A-BF53-4C43-93B2-DE78A7E8EC3D}" destId="{77633F04-D591-4665-B2CF-A32A61DF910A}" srcOrd="0" destOrd="0" parTransId="{92A35833-E249-41C9-AF19-9F704215226A}" sibTransId="{76C962F9-5C7C-4FAB-B48E-AB1D676FFF9D}"/>
    <dgm:cxn modelId="{0AAAD2DC-21BB-4BE1-B091-32708F44820B}" type="presOf" srcId="{77633F04-D591-4665-B2CF-A32A61DF910A}" destId="{B088DD64-2BF8-4FD0-999A-BD56C15E8BBF}" srcOrd="0" destOrd="0" presId="urn:microsoft.com/office/officeart/2008/layout/VerticalAccentList"/>
    <dgm:cxn modelId="{F61177F7-9C1A-419D-A7EC-6C1867197245}" type="presOf" srcId="{2636AB16-DBA5-4BB1-9DED-18A9E5B101DC}" destId="{C8B9BE58-92C1-4604-9BDE-CC72F46BC78B}" srcOrd="0" destOrd="0" presId="urn:microsoft.com/office/officeart/2008/layout/VerticalAccentList"/>
    <dgm:cxn modelId="{D5128D25-9B25-45AC-8115-0F442F2DA6DC}" type="presParOf" srcId="{FF4E733B-342A-4E05-BEC3-5E2FC800FE45}" destId="{E3E77ABC-42CA-4C6F-8860-782D99C07A62}" srcOrd="0" destOrd="0" presId="urn:microsoft.com/office/officeart/2008/layout/VerticalAccentList"/>
    <dgm:cxn modelId="{34ED925E-762A-4137-83C3-9D9E73CD725D}" type="presParOf" srcId="{E3E77ABC-42CA-4C6F-8860-782D99C07A62}" destId="{B088DD64-2BF8-4FD0-999A-BD56C15E8BBF}" srcOrd="0" destOrd="0" presId="urn:microsoft.com/office/officeart/2008/layout/VerticalAccentList"/>
    <dgm:cxn modelId="{4906DB28-756C-4645-88A6-4E21EABF1A5C}" type="presParOf" srcId="{FF4E733B-342A-4E05-BEC3-5E2FC800FE45}" destId="{DFAE5DD8-D99B-4C1D-96DC-597460653C42}" srcOrd="1" destOrd="0" presId="urn:microsoft.com/office/officeart/2008/layout/VerticalAccentList"/>
    <dgm:cxn modelId="{A2082916-66CA-4722-8F60-95EE163AD868}" type="presParOf" srcId="{DFAE5DD8-D99B-4C1D-96DC-597460653C42}" destId="{1BCEEFBF-1489-4B5E-A49B-FD4563ECE10C}" srcOrd="0" destOrd="0" presId="urn:microsoft.com/office/officeart/2008/layout/VerticalAccentList"/>
    <dgm:cxn modelId="{A60E515E-37E2-42EA-B5E1-33921214DCF8}" type="presParOf" srcId="{DFAE5DD8-D99B-4C1D-96DC-597460653C42}" destId="{7A97946B-2264-49B4-88D8-E7BD5FA0C92B}" srcOrd="1" destOrd="0" presId="urn:microsoft.com/office/officeart/2008/layout/VerticalAccentList"/>
    <dgm:cxn modelId="{BFB4AE6B-3C95-45B8-B585-059E9405AFF8}" type="presParOf" srcId="{DFAE5DD8-D99B-4C1D-96DC-597460653C42}" destId="{1FC7CD0A-0D31-4B4F-8493-6A931FB407B3}" srcOrd="2" destOrd="0" presId="urn:microsoft.com/office/officeart/2008/layout/VerticalAccentList"/>
    <dgm:cxn modelId="{FF9DC5B4-D286-4F42-9FF6-FC2D35B14260}" type="presParOf" srcId="{DFAE5DD8-D99B-4C1D-96DC-597460653C42}" destId="{ED7B345A-0578-4E9D-90BD-0F004484A5F9}" srcOrd="3" destOrd="0" presId="urn:microsoft.com/office/officeart/2008/layout/VerticalAccentList"/>
    <dgm:cxn modelId="{FC0A40DC-21CE-4968-91A3-241E9B40E801}" type="presParOf" srcId="{DFAE5DD8-D99B-4C1D-96DC-597460653C42}" destId="{309CF26F-5155-45F7-AC47-B799272DA3FA}" srcOrd="4" destOrd="0" presId="urn:microsoft.com/office/officeart/2008/layout/VerticalAccentList"/>
    <dgm:cxn modelId="{C813C858-6D9C-4B61-8EA5-7FED657AFDDF}" type="presParOf" srcId="{DFAE5DD8-D99B-4C1D-96DC-597460653C42}" destId="{81F502AD-1ED3-4E23-ABB3-0151B1E3471C}" srcOrd="5" destOrd="0" presId="urn:microsoft.com/office/officeart/2008/layout/VerticalAccentList"/>
    <dgm:cxn modelId="{F5C2C599-1EBB-4DF4-BF44-B936DE02165D}" type="presParOf" srcId="{DFAE5DD8-D99B-4C1D-96DC-597460653C42}" destId="{9D9B47A8-9F5B-4CF3-909F-7DFDCB476DFE}" srcOrd="6" destOrd="0" presId="urn:microsoft.com/office/officeart/2008/layout/VerticalAccentList"/>
    <dgm:cxn modelId="{D79CA7E1-4DD8-422E-A47F-748CA3E20224}" type="presParOf" srcId="{FF4E733B-342A-4E05-BEC3-5E2FC800FE45}" destId="{976D6A3E-CD3D-4DA3-A019-296288B5F470}" srcOrd="2" destOrd="0" presId="urn:microsoft.com/office/officeart/2008/layout/VerticalAccentList"/>
    <dgm:cxn modelId="{93AD9CDF-F0BD-45EF-BB75-FF853DF9DF5E}" type="presParOf" srcId="{FF4E733B-342A-4E05-BEC3-5E2FC800FE45}" destId="{FF66C2D2-C16C-49AA-8745-F7C10FB55577}" srcOrd="3" destOrd="0" presId="urn:microsoft.com/office/officeart/2008/layout/VerticalAccentList"/>
    <dgm:cxn modelId="{67BB8B6F-8B26-479A-9543-EF945F7D835B}" type="presParOf" srcId="{FF66C2D2-C16C-49AA-8745-F7C10FB55577}" destId="{4B07AE40-219F-45F5-B4AE-6C0F77B8604A}" srcOrd="0" destOrd="0" presId="urn:microsoft.com/office/officeart/2008/layout/VerticalAccentList"/>
    <dgm:cxn modelId="{2B2EC45B-7E5A-4256-8B11-77EFB0AF288A}" type="presParOf" srcId="{FF4E733B-342A-4E05-BEC3-5E2FC800FE45}" destId="{3DDA1CDF-E712-4FB7-8D14-2A6D0291ACFF}" srcOrd="4" destOrd="0" presId="urn:microsoft.com/office/officeart/2008/layout/VerticalAccentList"/>
    <dgm:cxn modelId="{47384D39-41DE-4D96-9B02-53B3AF3F7820}" type="presParOf" srcId="{3DDA1CDF-E712-4FB7-8D14-2A6D0291ACFF}" destId="{11D73362-D1DD-4735-9133-E0D604941CDC}" srcOrd="0" destOrd="0" presId="urn:microsoft.com/office/officeart/2008/layout/VerticalAccentList"/>
    <dgm:cxn modelId="{A255F149-1E63-4B6E-8F18-D54881FC450A}" type="presParOf" srcId="{3DDA1CDF-E712-4FB7-8D14-2A6D0291ACFF}" destId="{EC57B0AF-1710-4367-9E98-931E003B4CD1}" srcOrd="1" destOrd="0" presId="urn:microsoft.com/office/officeart/2008/layout/VerticalAccentList"/>
    <dgm:cxn modelId="{714C60C1-6A10-4F0F-88AE-76EB41822D97}" type="presParOf" srcId="{3DDA1CDF-E712-4FB7-8D14-2A6D0291ACFF}" destId="{25C0A434-2F9F-4224-93FB-7883E05D3D89}" srcOrd="2" destOrd="0" presId="urn:microsoft.com/office/officeart/2008/layout/VerticalAccentList"/>
    <dgm:cxn modelId="{02703C3E-A45A-4327-98E7-51B822FBAA5A}" type="presParOf" srcId="{3DDA1CDF-E712-4FB7-8D14-2A6D0291ACFF}" destId="{E8EA781D-C790-47A2-B22C-45190E8D5013}" srcOrd="3" destOrd="0" presId="urn:microsoft.com/office/officeart/2008/layout/VerticalAccentList"/>
    <dgm:cxn modelId="{A9B48421-E789-48B1-B276-D3579252E460}" type="presParOf" srcId="{3DDA1CDF-E712-4FB7-8D14-2A6D0291ACFF}" destId="{471FB116-4893-461A-9B9C-0EA8098AF643}" srcOrd="4" destOrd="0" presId="urn:microsoft.com/office/officeart/2008/layout/VerticalAccentList"/>
    <dgm:cxn modelId="{81BCA8FF-3FBE-4D64-B7F0-631E95AB5F10}" type="presParOf" srcId="{3DDA1CDF-E712-4FB7-8D14-2A6D0291ACFF}" destId="{9EAD7C37-4A1E-4448-9AFB-C72CB4464D83}" srcOrd="5" destOrd="0" presId="urn:microsoft.com/office/officeart/2008/layout/VerticalAccentList"/>
    <dgm:cxn modelId="{35AAF91B-41FB-436B-98F5-97DC03FE672F}" type="presParOf" srcId="{3DDA1CDF-E712-4FB7-8D14-2A6D0291ACFF}" destId="{74E1335D-3FF3-46E0-8450-20E3B5BE748F}" srcOrd="6" destOrd="0" presId="urn:microsoft.com/office/officeart/2008/layout/VerticalAccentList"/>
    <dgm:cxn modelId="{84344FFC-2DCB-433B-803B-0A4590167C82}" type="presParOf" srcId="{FF4E733B-342A-4E05-BEC3-5E2FC800FE45}" destId="{531D773A-7914-40DA-8F25-5F2506DE7373}" srcOrd="5" destOrd="0" presId="urn:microsoft.com/office/officeart/2008/layout/VerticalAccentList"/>
    <dgm:cxn modelId="{3FC3D79F-3115-44D6-9572-4E83F9DCC078}" type="presParOf" srcId="{FF4E733B-342A-4E05-BEC3-5E2FC800FE45}" destId="{B444C8DE-7B7C-4732-8939-8E01131F004D}" srcOrd="6" destOrd="0" presId="urn:microsoft.com/office/officeart/2008/layout/VerticalAccentList"/>
    <dgm:cxn modelId="{0F9823E2-9F6D-4550-B464-FF9FF39032A6}" type="presParOf" srcId="{B444C8DE-7B7C-4732-8939-8E01131F004D}" destId="{C8B9BE58-92C1-4604-9BDE-CC72F46BC78B}" srcOrd="0" destOrd="0" presId="urn:microsoft.com/office/officeart/2008/layout/VerticalAccentList"/>
    <dgm:cxn modelId="{222D2A57-DA51-4938-BE94-3C49B55CAD8B}" type="presParOf" srcId="{FF4E733B-342A-4E05-BEC3-5E2FC800FE45}" destId="{57B692D0-65EA-432F-87D0-035AA2469E27}" srcOrd="7" destOrd="0" presId="urn:microsoft.com/office/officeart/2008/layout/VerticalAccentList"/>
    <dgm:cxn modelId="{2E02218E-6F97-402C-92A3-988B67913D94}" type="presParOf" srcId="{57B692D0-65EA-432F-87D0-035AA2469E27}" destId="{C8AA228C-E8BE-46E9-932B-E8B23F23AC05}" srcOrd="0" destOrd="0" presId="urn:microsoft.com/office/officeart/2008/layout/VerticalAccentList"/>
    <dgm:cxn modelId="{398F54AD-C4BE-4BA0-9708-1176DF544A9A}" type="presParOf" srcId="{57B692D0-65EA-432F-87D0-035AA2469E27}" destId="{1ADBAA02-120C-4130-8BE8-3086E4F89DB2}" srcOrd="1" destOrd="0" presId="urn:microsoft.com/office/officeart/2008/layout/VerticalAccentList"/>
    <dgm:cxn modelId="{6D79CDD5-F072-445F-99DA-93752E687B49}" type="presParOf" srcId="{57B692D0-65EA-432F-87D0-035AA2469E27}" destId="{0FB68C5D-6A1A-44F7-BB33-D0C16DF63CDE}" srcOrd="2" destOrd="0" presId="urn:microsoft.com/office/officeart/2008/layout/VerticalAccentList"/>
    <dgm:cxn modelId="{AB739B0F-5853-4DBA-A740-87781116F9F7}" type="presParOf" srcId="{57B692D0-65EA-432F-87D0-035AA2469E27}" destId="{5E50F8E3-7650-497C-8D88-7D3608016E3C}" srcOrd="3" destOrd="0" presId="urn:microsoft.com/office/officeart/2008/layout/VerticalAccentList"/>
    <dgm:cxn modelId="{F33AE70E-4DB4-46E5-9DD1-929B1C8882CE}" type="presParOf" srcId="{57B692D0-65EA-432F-87D0-035AA2469E27}" destId="{FD56AC5F-73E0-4A64-A3D6-E14BFF02E0B0}" srcOrd="4" destOrd="0" presId="urn:microsoft.com/office/officeart/2008/layout/VerticalAccentList"/>
    <dgm:cxn modelId="{8C364913-0625-464D-AEFF-75812843CD54}" type="presParOf" srcId="{57B692D0-65EA-432F-87D0-035AA2469E27}" destId="{F77DA2AD-1A53-4F18-9A37-6B02E375962B}" srcOrd="5" destOrd="0" presId="urn:microsoft.com/office/officeart/2008/layout/VerticalAccentList"/>
    <dgm:cxn modelId="{56E020C6-157B-48CB-BEA8-D7B79E582625}" type="presParOf" srcId="{57B692D0-65EA-432F-87D0-035AA2469E27}" destId="{47BE17E7-2790-493D-A95F-2692D1879232}" srcOrd="6" destOrd="0" presId="urn:microsoft.com/office/officeart/2008/layout/VerticalAccentList"/>
    <dgm:cxn modelId="{DDA902B3-2350-4C2F-89C7-8AF97C08EE1B}" type="presParOf" srcId="{FF4E733B-342A-4E05-BEC3-5E2FC800FE45}" destId="{FFFD826E-0C70-492D-AF8A-F05667442B8A}" srcOrd="8" destOrd="0" presId="urn:microsoft.com/office/officeart/2008/layout/VerticalAccentList"/>
    <dgm:cxn modelId="{CDD3A7E5-5D52-4BE2-9326-FD177E198EEF}" type="presParOf" srcId="{FF4E733B-342A-4E05-BEC3-5E2FC800FE45}" destId="{62ABB16C-5EE8-4400-9DBF-AAE2A6A182BF}" srcOrd="9" destOrd="0" presId="urn:microsoft.com/office/officeart/2008/layout/VerticalAccentList"/>
    <dgm:cxn modelId="{452442B1-708D-4738-B052-26D9DF0BA2EF}" type="presParOf" srcId="{62ABB16C-5EE8-4400-9DBF-AAE2A6A182BF}" destId="{D225F638-28D8-4D80-B011-BD741CAB3C9A}" srcOrd="0" destOrd="0" presId="urn:microsoft.com/office/officeart/2008/layout/VerticalAccentList"/>
    <dgm:cxn modelId="{E4F0DF03-ADB0-4BA7-90DC-3E190D2EE8D5}" type="presParOf" srcId="{FF4E733B-342A-4E05-BEC3-5E2FC800FE45}" destId="{F8220EE3-6F34-4A89-8BA0-761659CC795F}" srcOrd="10" destOrd="0" presId="urn:microsoft.com/office/officeart/2008/layout/VerticalAccentList"/>
    <dgm:cxn modelId="{FF9566AA-2AB3-4769-95C3-0CBCD124A5EE}" type="presParOf" srcId="{F8220EE3-6F34-4A89-8BA0-761659CC795F}" destId="{33FA2EC3-C60B-48CD-8C55-3B56ABE6106E}" srcOrd="0" destOrd="0" presId="urn:microsoft.com/office/officeart/2008/layout/VerticalAccentList"/>
    <dgm:cxn modelId="{E682E749-873C-4575-B52A-EA290F6381E0}" type="presParOf" srcId="{F8220EE3-6F34-4A89-8BA0-761659CC795F}" destId="{1BA71A16-55A3-46BC-A2EC-44B99A21E572}" srcOrd="1" destOrd="0" presId="urn:microsoft.com/office/officeart/2008/layout/VerticalAccentList"/>
    <dgm:cxn modelId="{1C365B41-2F66-4A7F-9455-DB7E7E11552C}" type="presParOf" srcId="{F8220EE3-6F34-4A89-8BA0-761659CC795F}" destId="{7D333936-F6DA-4152-BB26-33CA900D6333}" srcOrd="2" destOrd="0" presId="urn:microsoft.com/office/officeart/2008/layout/VerticalAccentList"/>
    <dgm:cxn modelId="{688D9A1E-75DC-41AE-BA34-BDEE9198830E}" type="presParOf" srcId="{F8220EE3-6F34-4A89-8BA0-761659CC795F}" destId="{87CAFB0E-30DA-4755-ADC9-F4B1F092822C}" srcOrd="3" destOrd="0" presId="urn:microsoft.com/office/officeart/2008/layout/VerticalAccentList"/>
    <dgm:cxn modelId="{10C248F3-F640-440D-99E3-1C2951AB6393}" type="presParOf" srcId="{F8220EE3-6F34-4A89-8BA0-761659CC795F}" destId="{8BF0A5DB-24BF-444E-9999-2CCC863D95F4}" srcOrd="4" destOrd="0" presId="urn:microsoft.com/office/officeart/2008/layout/VerticalAccentList"/>
    <dgm:cxn modelId="{C67D2244-F850-4320-A92A-E4D0936B27F2}" type="presParOf" srcId="{F8220EE3-6F34-4A89-8BA0-761659CC795F}" destId="{7CDEA601-7AFC-443C-880F-54FB5AE89B3A}" srcOrd="5" destOrd="0" presId="urn:microsoft.com/office/officeart/2008/layout/VerticalAccentList"/>
    <dgm:cxn modelId="{C7212A54-E812-4A60-AC0C-DC52893F55AE}" type="presParOf" srcId="{F8220EE3-6F34-4A89-8BA0-761659CC795F}" destId="{A615A26C-A8D7-485E-940F-147B993D170C}" srcOrd="6" destOrd="0" presId="urn:microsoft.com/office/officeart/2008/layout/VerticalAccentList"/>
    <dgm:cxn modelId="{2ED98225-23C4-487B-A557-4462429C8D42}" type="presParOf" srcId="{FF4E733B-342A-4E05-BEC3-5E2FC800FE45}" destId="{6ABB2FE9-9704-4E70-AE76-317F4B7C681C}" srcOrd="11" destOrd="0" presId="urn:microsoft.com/office/officeart/2008/layout/VerticalAccentList"/>
    <dgm:cxn modelId="{645BCDE9-E1AF-4347-BF26-FFD983FDED5A}" type="presParOf" srcId="{FF4E733B-342A-4E05-BEC3-5E2FC800FE45}" destId="{16193CA8-8C89-489E-9D9F-8EB81E7767E5}" srcOrd="12" destOrd="0" presId="urn:microsoft.com/office/officeart/2008/layout/VerticalAccentList"/>
    <dgm:cxn modelId="{F0643751-3F5C-42B4-9D1D-C1F80F929745}" type="presParOf" srcId="{16193CA8-8C89-489E-9D9F-8EB81E7767E5}" destId="{7C103346-3466-4C40-9319-10DDD86CF25D}" srcOrd="0" destOrd="0" presId="urn:microsoft.com/office/officeart/2008/layout/VerticalAccentList"/>
    <dgm:cxn modelId="{ADA05677-C173-4F9F-A931-DDBA3A72DCAF}" type="presParOf" srcId="{FF4E733B-342A-4E05-BEC3-5E2FC800FE45}" destId="{619BACFB-FD93-45C6-BC57-EDFFD1F9AC61}" srcOrd="13" destOrd="0" presId="urn:microsoft.com/office/officeart/2008/layout/VerticalAccentList"/>
    <dgm:cxn modelId="{B11F2F7A-6C7E-4A01-98B4-57390A5E9F01}" type="presParOf" srcId="{619BACFB-FD93-45C6-BC57-EDFFD1F9AC61}" destId="{3DA16E69-B777-4087-A7C7-78299198D740}" srcOrd="0" destOrd="0" presId="urn:microsoft.com/office/officeart/2008/layout/VerticalAccentList"/>
    <dgm:cxn modelId="{A001DD7E-5831-4C87-BCE6-A257501382D4}" type="presParOf" srcId="{619BACFB-FD93-45C6-BC57-EDFFD1F9AC61}" destId="{78E1AC8F-30EC-4C79-B38D-67090C617F95}" srcOrd="1" destOrd="0" presId="urn:microsoft.com/office/officeart/2008/layout/VerticalAccentList"/>
    <dgm:cxn modelId="{7241C9BA-2548-42A6-B5BA-AE6166E3464F}" type="presParOf" srcId="{619BACFB-FD93-45C6-BC57-EDFFD1F9AC61}" destId="{D5F963C0-5194-446A-AFF4-8C2A23C647E2}" srcOrd="2" destOrd="0" presId="urn:microsoft.com/office/officeart/2008/layout/VerticalAccentList"/>
    <dgm:cxn modelId="{16D0DB7D-7BE3-48F2-A060-0155B6001F7D}" type="presParOf" srcId="{619BACFB-FD93-45C6-BC57-EDFFD1F9AC61}" destId="{C4456BDE-3D8F-474B-97D6-826A209BD064}" srcOrd="3" destOrd="0" presId="urn:microsoft.com/office/officeart/2008/layout/VerticalAccentList"/>
    <dgm:cxn modelId="{4D5D9230-4F39-4E7D-B227-265D919C61BA}" type="presParOf" srcId="{619BACFB-FD93-45C6-BC57-EDFFD1F9AC61}" destId="{D44B02B2-3A19-4AE4-89F4-180A94A6F840}" srcOrd="4" destOrd="0" presId="urn:microsoft.com/office/officeart/2008/layout/VerticalAccentList"/>
    <dgm:cxn modelId="{1ACD7C95-2429-434F-A0C6-1B1C3BED2E69}" type="presParOf" srcId="{619BACFB-FD93-45C6-BC57-EDFFD1F9AC61}" destId="{93DA8834-1416-45D3-982A-D688C9FDBA38}" srcOrd="5" destOrd="0" presId="urn:microsoft.com/office/officeart/2008/layout/VerticalAccentList"/>
    <dgm:cxn modelId="{E8A27290-66B3-46EE-B533-CC4CAF277277}" type="presParOf" srcId="{619BACFB-FD93-45C6-BC57-EDFFD1F9AC61}" destId="{BAA6EE20-DA3C-465E-BF07-30BD7AF6F0F4}" srcOrd="6" destOrd="0" presId="urn:microsoft.com/office/officeart/2008/layout/VerticalAccentList"/>
    <dgm:cxn modelId="{DA3CA712-AB33-4B21-9AE2-234EB629EE3C}" type="presParOf" srcId="{FF4E733B-342A-4E05-BEC3-5E2FC800FE45}" destId="{B7B6A9CB-2766-4D4E-927D-8087F361DF78}" srcOrd="14" destOrd="0" presId="urn:microsoft.com/office/officeart/2008/layout/VerticalAccentList"/>
    <dgm:cxn modelId="{991638EB-A5FB-4EFA-8B8A-35DE2BA020FC}" type="presParOf" srcId="{FF4E733B-342A-4E05-BEC3-5E2FC800FE45}" destId="{DAD8F03B-15CA-44FB-BE09-2BC3AB79B961}" srcOrd="15" destOrd="0" presId="urn:microsoft.com/office/officeart/2008/layout/VerticalAccentList"/>
    <dgm:cxn modelId="{9EE98C80-6973-498F-B16D-B09A232A4933}" type="presParOf" srcId="{DAD8F03B-15CA-44FB-BE09-2BC3AB79B961}" destId="{240A9DFB-2229-4A71-8528-880C9681E9B2}" srcOrd="0" destOrd="0" presId="urn:microsoft.com/office/officeart/2008/layout/VerticalAccentList"/>
    <dgm:cxn modelId="{A2B4D15E-4EC1-4AE4-9BCB-8B74E96DF72B}" type="presParOf" srcId="{FF4E733B-342A-4E05-BEC3-5E2FC800FE45}" destId="{D4F1DADB-BEC8-4433-9E64-0A14C54FCEAE}" srcOrd="16" destOrd="0" presId="urn:microsoft.com/office/officeart/2008/layout/VerticalAccentList"/>
    <dgm:cxn modelId="{5C798EE9-6931-49F1-AD13-0F06E1B82452}" type="presParOf" srcId="{D4F1DADB-BEC8-4433-9E64-0A14C54FCEAE}" destId="{5AC3CF0E-5CE3-4FE0-92A4-887FAA667D28}" srcOrd="0" destOrd="0" presId="urn:microsoft.com/office/officeart/2008/layout/VerticalAccentList"/>
    <dgm:cxn modelId="{2DB0A016-8230-4AF4-A638-9F4735C3D916}" type="presParOf" srcId="{D4F1DADB-BEC8-4433-9E64-0A14C54FCEAE}" destId="{540C3933-F822-4D83-BEC5-529CE05C920D}" srcOrd="1" destOrd="0" presId="urn:microsoft.com/office/officeart/2008/layout/VerticalAccentList"/>
    <dgm:cxn modelId="{EF0BFEAF-F0ED-4494-840F-03FFF0184C37}" type="presParOf" srcId="{D4F1DADB-BEC8-4433-9E64-0A14C54FCEAE}" destId="{6A90C8BB-26B8-4498-87DA-F7B483F2ECEE}" srcOrd="2" destOrd="0" presId="urn:microsoft.com/office/officeart/2008/layout/VerticalAccentList"/>
    <dgm:cxn modelId="{5286ABDE-7053-48BE-BDEB-48DC3EC41643}" type="presParOf" srcId="{D4F1DADB-BEC8-4433-9E64-0A14C54FCEAE}" destId="{DCEBA39D-7358-48DE-A089-A0FA14884340}" srcOrd="3" destOrd="0" presId="urn:microsoft.com/office/officeart/2008/layout/VerticalAccentList"/>
    <dgm:cxn modelId="{20FF1B12-64EA-4A1A-88C8-5D09C3ADDEB1}" type="presParOf" srcId="{D4F1DADB-BEC8-4433-9E64-0A14C54FCEAE}" destId="{B62F6044-7F3A-45D3-A5BD-41FB93B64F4F}" srcOrd="4" destOrd="0" presId="urn:microsoft.com/office/officeart/2008/layout/VerticalAccentList"/>
    <dgm:cxn modelId="{E84EEFFF-ADEC-4D87-B3CE-DAAB9B62BD99}" type="presParOf" srcId="{D4F1DADB-BEC8-4433-9E64-0A14C54FCEAE}" destId="{740CBFA6-D84B-4506-A4A7-3F49068D6D9B}" srcOrd="5" destOrd="0" presId="urn:microsoft.com/office/officeart/2008/layout/VerticalAccentList"/>
    <dgm:cxn modelId="{10A17146-BD63-4025-A2A0-8145024B6F3E}" type="presParOf" srcId="{D4F1DADB-BEC8-4433-9E64-0A14C54FCEAE}" destId="{5CC81215-E790-4773-A031-9FDA5F173D51}" srcOrd="6" destOrd="0" presId="urn:microsoft.com/office/officeart/2008/layout/Vertical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0827B6-BCE6-453D-9571-9F4B5606D1DC}">
      <dsp:nvSpPr>
        <dsp:cNvPr id="0" name=""/>
        <dsp:cNvSpPr/>
      </dsp:nvSpPr>
      <dsp:spPr>
        <a:xfrm>
          <a:off x="0" y="440730"/>
          <a:ext cx="6487345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5CF146-F593-45EB-A091-5CD29C4E8812}">
      <dsp:nvSpPr>
        <dsp:cNvPr id="0" name=""/>
        <dsp:cNvSpPr/>
      </dsp:nvSpPr>
      <dsp:spPr>
        <a:xfrm>
          <a:off x="324367" y="27450"/>
          <a:ext cx="4541141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644" tIns="0" rIns="171644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Création de services d’accès à l’eau potable</a:t>
          </a:r>
        </a:p>
      </dsp:txBody>
      <dsp:txXfrm>
        <a:off x="364716" y="67799"/>
        <a:ext cx="4460443" cy="745862"/>
      </dsp:txXfrm>
    </dsp:sp>
    <dsp:sp modelId="{2B95F3DB-C5C1-428B-A97A-37B827DAB323}">
      <dsp:nvSpPr>
        <dsp:cNvPr id="0" name=""/>
        <dsp:cNvSpPr/>
      </dsp:nvSpPr>
      <dsp:spPr>
        <a:xfrm>
          <a:off x="0" y="1710811"/>
          <a:ext cx="6487345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DAFA35-C528-45B8-987B-ACBFE0976F3D}">
      <dsp:nvSpPr>
        <dsp:cNvPr id="0" name=""/>
        <dsp:cNvSpPr/>
      </dsp:nvSpPr>
      <dsp:spPr>
        <a:xfrm>
          <a:off x="324367" y="1297530"/>
          <a:ext cx="4541141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644" tIns="0" rIns="171644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Modernisation des services d’accès à l’eau déjà existant</a:t>
          </a:r>
        </a:p>
      </dsp:txBody>
      <dsp:txXfrm>
        <a:off x="364716" y="1337879"/>
        <a:ext cx="4460443" cy="745862"/>
      </dsp:txXfrm>
    </dsp:sp>
    <dsp:sp modelId="{A82B8340-06CD-4293-A08D-E9D0583CE661}">
      <dsp:nvSpPr>
        <dsp:cNvPr id="0" name=""/>
        <dsp:cNvSpPr/>
      </dsp:nvSpPr>
      <dsp:spPr>
        <a:xfrm>
          <a:off x="0" y="2980891"/>
          <a:ext cx="6487345" cy="70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0F0BBB-BAF3-4875-B178-036FE4C3DCB2}">
      <dsp:nvSpPr>
        <dsp:cNvPr id="0" name=""/>
        <dsp:cNvSpPr/>
      </dsp:nvSpPr>
      <dsp:spPr>
        <a:xfrm>
          <a:off x="324367" y="2567611"/>
          <a:ext cx="4541141" cy="826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644" tIns="0" rIns="171644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Consulting à propos des politiques d’accès à l’eau</a:t>
          </a:r>
        </a:p>
      </dsp:txBody>
      <dsp:txXfrm>
        <a:off x="364716" y="2607960"/>
        <a:ext cx="4460443" cy="7458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AFB969-2BB5-461C-AFC9-32B239EAD663}">
      <dsp:nvSpPr>
        <dsp:cNvPr id="0" name=""/>
        <dsp:cNvSpPr/>
      </dsp:nvSpPr>
      <dsp:spPr>
        <a:xfrm>
          <a:off x="0" y="611860"/>
          <a:ext cx="2537113" cy="15222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RGPD </a:t>
          </a:r>
        </a:p>
      </dsp:txBody>
      <dsp:txXfrm>
        <a:off x="0" y="611860"/>
        <a:ext cx="2537113" cy="1522268"/>
      </dsp:txXfrm>
    </dsp:sp>
    <dsp:sp modelId="{93D1D1A8-8297-40D8-B8B1-851DD413E5A1}">
      <dsp:nvSpPr>
        <dsp:cNvPr id="0" name=""/>
        <dsp:cNvSpPr/>
      </dsp:nvSpPr>
      <dsp:spPr>
        <a:xfrm>
          <a:off x="2790825" y="611860"/>
          <a:ext cx="2537113" cy="15222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Outils  : Power bi/power </a:t>
          </a:r>
          <a:r>
            <a:rPr lang="fr-FR" sz="2400" kern="1200" dirty="0" err="1"/>
            <a:t>query</a:t>
          </a:r>
          <a:r>
            <a:rPr lang="fr-FR" sz="2400" kern="1200" dirty="0"/>
            <a:t> editor</a:t>
          </a:r>
        </a:p>
      </dsp:txBody>
      <dsp:txXfrm>
        <a:off x="2790825" y="611860"/>
        <a:ext cx="2537113" cy="1522268"/>
      </dsp:txXfrm>
    </dsp:sp>
    <dsp:sp modelId="{D93FDE04-E843-40A7-BD53-F054BAC2F3E6}">
      <dsp:nvSpPr>
        <dsp:cNvPr id="0" name=""/>
        <dsp:cNvSpPr/>
      </dsp:nvSpPr>
      <dsp:spPr>
        <a:xfrm>
          <a:off x="5581650" y="611860"/>
          <a:ext cx="2537113" cy="15222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Fusion de tables</a:t>
          </a:r>
          <a:endParaRPr lang="fr-FR" sz="2400" kern="1200" dirty="0"/>
        </a:p>
      </dsp:txBody>
      <dsp:txXfrm>
        <a:off x="5581650" y="611860"/>
        <a:ext cx="2537113" cy="1522268"/>
      </dsp:txXfrm>
    </dsp:sp>
    <dsp:sp modelId="{66C25960-579B-4D67-92BF-9B5F0FA16E5A}">
      <dsp:nvSpPr>
        <dsp:cNvPr id="0" name=""/>
        <dsp:cNvSpPr/>
      </dsp:nvSpPr>
      <dsp:spPr>
        <a:xfrm>
          <a:off x="0" y="2387840"/>
          <a:ext cx="2537113" cy="15222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Types de données : date, décimal, clé</a:t>
          </a:r>
        </a:p>
      </dsp:txBody>
      <dsp:txXfrm>
        <a:off x="0" y="2387840"/>
        <a:ext cx="2537113" cy="1522268"/>
      </dsp:txXfrm>
    </dsp:sp>
    <dsp:sp modelId="{61B73E9D-01D3-46D1-95B7-0A0E05C0FC7D}">
      <dsp:nvSpPr>
        <dsp:cNvPr id="0" name=""/>
        <dsp:cNvSpPr/>
      </dsp:nvSpPr>
      <dsp:spPr>
        <a:xfrm>
          <a:off x="2790825" y="2387840"/>
          <a:ext cx="2537113" cy="15222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Changement des noms des régions et pays : normes iso</a:t>
          </a:r>
          <a:endParaRPr lang="fr-FR" sz="2400" kern="1200" dirty="0"/>
        </a:p>
      </dsp:txBody>
      <dsp:txXfrm>
        <a:off x="2790825" y="2387840"/>
        <a:ext cx="2537113" cy="1522268"/>
      </dsp:txXfrm>
    </dsp:sp>
    <dsp:sp modelId="{19F55CD8-B1BC-4AC2-A0C0-97ED39B84D20}">
      <dsp:nvSpPr>
        <dsp:cNvPr id="0" name=""/>
        <dsp:cNvSpPr/>
      </dsp:nvSpPr>
      <dsp:spPr>
        <a:xfrm>
          <a:off x="5581650" y="2387840"/>
          <a:ext cx="2537113" cy="15222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/>
            <a:t>Calendrier</a:t>
          </a:r>
          <a:endParaRPr lang="fr-FR" sz="2400" kern="1200" dirty="0"/>
        </a:p>
      </dsp:txBody>
      <dsp:txXfrm>
        <a:off x="5581650" y="2387840"/>
        <a:ext cx="2537113" cy="15222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C14235-9725-4AA5-956C-90A40B75A563}">
      <dsp:nvSpPr>
        <dsp:cNvPr id="0" name=""/>
        <dsp:cNvSpPr/>
      </dsp:nvSpPr>
      <dsp:spPr>
        <a:xfrm>
          <a:off x="272603" y="292123"/>
          <a:ext cx="4859363" cy="441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latin typeface="+mj-lt"/>
            </a:rPr>
            <a:t>La mortalité due à l’insalubrité de l’eau dans le monde</a:t>
          </a:r>
          <a:endParaRPr lang="fr-FR" sz="1600" b="1" kern="1200" dirty="0"/>
        </a:p>
      </dsp:txBody>
      <dsp:txXfrm>
        <a:off x="272603" y="292123"/>
        <a:ext cx="4859363" cy="441760"/>
      </dsp:txXfrm>
    </dsp:sp>
    <dsp:sp modelId="{75DCEDC1-FB2A-4F59-A199-0B33DE8092FD}">
      <dsp:nvSpPr>
        <dsp:cNvPr id="0" name=""/>
        <dsp:cNvSpPr/>
      </dsp:nvSpPr>
      <dsp:spPr>
        <a:xfrm>
          <a:off x="272603" y="733883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4EC45-6154-482A-8F16-258F9CDAD3E9}">
      <dsp:nvSpPr>
        <dsp:cNvPr id="0" name=""/>
        <dsp:cNvSpPr/>
      </dsp:nvSpPr>
      <dsp:spPr>
        <a:xfrm>
          <a:off x="958313" y="733883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A58357-BF1A-432B-B4DD-E4E96B6DFAE3}">
      <dsp:nvSpPr>
        <dsp:cNvPr id="0" name=""/>
        <dsp:cNvSpPr/>
      </dsp:nvSpPr>
      <dsp:spPr>
        <a:xfrm>
          <a:off x="1644024" y="733883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D975E5-C177-4390-803B-27D2E9EF5E32}">
      <dsp:nvSpPr>
        <dsp:cNvPr id="0" name=""/>
        <dsp:cNvSpPr/>
      </dsp:nvSpPr>
      <dsp:spPr>
        <a:xfrm>
          <a:off x="2329734" y="733883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24B4A-05FF-435F-B42E-05FDED7FEA39}">
      <dsp:nvSpPr>
        <dsp:cNvPr id="0" name=""/>
        <dsp:cNvSpPr/>
      </dsp:nvSpPr>
      <dsp:spPr>
        <a:xfrm>
          <a:off x="3015444" y="733883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446331-270D-43D9-8F85-A18047A7DCA9}">
      <dsp:nvSpPr>
        <dsp:cNvPr id="0" name=""/>
        <dsp:cNvSpPr/>
      </dsp:nvSpPr>
      <dsp:spPr>
        <a:xfrm>
          <a:off x="3701154" y="733883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9A4FB-212E-4105-A846-C19AAF1DD1EF}">
      <dsp:nvSpPr>
        <dsp:cNvPr id="0" name=""/>
        <dsp:cNvSpPr/>
      </dsp:nvSpPr>
      <dsp:spPr>
        <a:xfrm>
          <a:off x="4386864" y="733883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7BFF93-7B84-4FFB-AB4C-A555339BC73B}">
      <dsp:nvSpPr>
        <dsp:cNvPr id="0" name=""/>
        <dsp:cNvSpPr/>
      </dsp:nvSpPr>
      <dsp:spPr>
        <a:xfrm>
          <a:off x="272603" y="928058"/>
          <a:ext cx="4859363" cy="441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latin typeface="+mj-lt"/>
            </a:rPr>
            <a:t>Indicateur global sur l’accès à des infrastructures d’eau potable</a:t>
          </a:r>
        </a:p>
      </dsp:txBody>
      <dsp:txXfrm>
        <a:off x="272603" y="928058"/>
        <a:ext cx="4859363" cy="441760"/>
      </dsp:txXfrm>
    </dsp:sp>
    <dsp:sp modelId="{821CE4DC-5780-4240-8C36-6B4F705A0BD2}">
      <dsp:nvSpPr>
        <dsp:cNvPr id="0" name=""/>
        <dsp:cNvSpPr/>
      </dsp:nvSpPr>
      <dsp:spPr>
        <a:xfrm>
          <a:off x="272603" y="1369819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D0484D-7C33-40EC-82BE-EC7E726466EE}">
      <dsp:nvSpPr>
        <dsp:cNvPr id="0" name=""/>
        <dsp:cNvSpPr/>
      </dsp:nvSpPr>
      <dsp:spPr>
        <a:xfrm>
          <a:off x="958313" y="1369819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5C2E94-B2A2-4DB8-A2F4-736BCE43A31C}">
      <dsp:nvSpPr>
        <dsp:cNvPr id="0" name=""/>
        <dsp:cNvSpPr/>
      </dsp:nvSpPr>
      <dsp:spPr>
        <a:xfrm>
          <a:off x="1644024" y="1369819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E9BF32-EE70-462C-A2CB-AF5A0E4F301A}">
      <dsp:nvSpPr>
        <dsp:cNvPr id="0" name=""/>
        <dsp:cNvSpPr/>
      </dsp:nvSpPr>
      <dsp:spPr>
        <a:xfrm>
          <a:off x="2329734" y="1369819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80BF55-BC8E-463A-88C2-A7E44E6DDA98}">
      <dsp:nvSpPr>
        <dsp:cNvPr id="0" name=""/>
        <dsp:cNvSpPr/>
      </dsp:nvSpPr>
      <dsp:spPr>
        <a:xfrm>
          <a:off x="3015444" y="1369819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F990D0-FC55-46B9-8778-25F97FA5CA58}">
      <dsp:nvSpPr>
        <dsp:cNvPr id="0" name=""/>
        <dsp:cNvSpPr/>
      </dsp:nvSpPr>
      <dsp:spPr>
        <a:xfrm>
          <a:off x="3701154" y="1369819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51B173-BC01-45B5-869C-5B3F1FABB78C}">
      <dsp:nvSpPr>
        <dsp:cNvPr id="0" name=""/>
        <dsp:cNvSpPr/>
      </dsp:nvSpPr>
      <dsp:spPr>
        <a:xfrm>
          <a:off x="4386864" y="1369819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B6FD0C-1116-42B5-ACEA-EF1C40151502}">
      <dsp:nvSpPr>
        <dsp:cNvPr id="0" name=""/>
        <dsp:cNvSpPr/>
      </dsp:nvSpPr>
      <dsp:spPr>
        <a:xfrm>
          <a:off x="272603" y="1563994"/>
          <a:ext cx="4859363" cy="441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latin typeface="+mj-lt"/>
            </a:rPr>
            <a:t>Nombre de mort dû à l’absence d’infrastructure par région avec un filtre date</a:t>
          </a:r>
        </a:p>
      </dsp:txBody>
      <dsp:txXfrm>
        <a:off x="272603" y="1563994"/>
        <a:ext cx="4859363" cy="441760"/>
      </dsp:txXfrm>
    </dsp:sp>
    <dsp:sp modelId="{B0640A19-1B4A-4EEA-BE98-8C5AC0B3208E}">
      <dsp:nvSpPr>
        <dsp:cNvPr id="0" name=""/>
        <dsp:cNvSpPr/>
      </dsp:nvSpPr>
      <dsp:spPr>
        <a:xfrm>
          <a:off x="272603" y="2005754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72DDA0-6825-43A2-AF61-0AC0C2A792E5}">
      <dsp:nvSpPr>
        <dsp:cNvPr id="0" name=""/>
        <dsp:cNvSpPr/>
      </dsp:nvSpPr>
      <dsp:spPr>
        <a:xfrm>
          <a:off x="958313" y="2005754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D94343-065C-43FA-9948-3C43AB2A15C7}">
      <dsp:nvSpPr>
        <dsp:cNvPr id="0" name=""/>
        <dsp:cNvSpPr/>
      </dsp:nvSpPr>
      <dsp:spPr>
        <a:xfrm>
          <a:off x="1644024" y="2005754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AA36CA-8141-4C42-86D6-6A12AD6399AB}">
      <dsp:nvSpPr>
        <dsp:cNvPr id="0" name=""/>
        <dsp:cNvSpPr/>
      </dsp:nvSpPr>
      <dsp:spPr>
        <a:xfrm>
          <a:off x="2329734" y="2005754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6246B-6C2E-4954-9C61-C40F363093D8}">
      <dsp:nvSpPr>
        <dsp:cNvPr id="0" name=""/>
        <dsp:cNvSpPr/>
      </dsp:nvSpPr>
      <dsp:spPr>
        <a:xfrm>
          <a:off x="3015444" y="2005754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2DC3E4-B0BA-437B-9124-84E6076D6796}">
      <dsp:nvSpPr>
        <dsp:cNvPr id="0" name=""/>
        <dsp:cNvSpPr/>
      </dsp:nvSpPr>
      <dsp:spPr>
        <a:xfrm>
          <a:off x="3701154" y="2005754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AD3A61-6C4B-465A-B758-AF9EDA75F9D6}">
      <dsp:nvSpPr>
        <dsp:cNvPr id="0" name=""/>
        <dsp:cNvSpPr/>
      </dsp:nvSpPr>
      <dsp:spPr>
        <a:xfrm>
          <a:off x="4386864" y="2005754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2D5B01-21AF-4498-B344-18C8DEDABFFE}">
      <dsp:nvSpPr>
        <dsp:cNvPr id="0" name=""/>
        <dsp:cNvSpPr/>
      </dsp:nvSpPr>
      <dsp:spPr>
        <a:xfrm>
          <a:off x="272603" y="2199929"/>
          <a:ext cx="4859363" cy="441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latin typeface="+mj-lt"/>
            </a:rPr>
            <a:t>Évolution de la population totale et urbain</a:t>
          </a:r>
        </a:p>
      </dsp:txBody>
      <dsp:txXfrm>
        <a:off x="272603" y="2199929"/>
        <a:ext cx="4859363" cy="441760"/>
      </dsp:txXfrm>
    </dsp:sp>
    <dsp:sp modelId="{65FD68BD-B9EB-402A-AE81-B1523D830013}">
      <dsp:nvSpPr>
        <dsp:cNvPr id="0" name=""/>
        <dsp:cNvSpPr/>
      </dsp:nvSpPr>
      <dsp:spPr>
        <a:xfrm>
          <a:off x="272603" y="2641689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D7312D-59DF-4D6F-B33C-3354B4831AE8}">
      <dsp:nvSpPr>
        <dsp:cNvPr id="0" name=""/>
        <dsp:cNvSpPr/>
      </dsp:nvSpPr>
      <dsp:spPr>
        <a:xfrm>
          <a:off x="958313" y="2641689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0EFC5B-CF2F-4333-AFDA-D78424AE0FBF}">
      <dsp:nvSpPr>
        <dsp:cNvPr id="0" name=""/>
        <dsp:cNvSpPr/>
      </dsp:nvSpPr>
      <dsp:spPr>
        <a:xfrm>
          <a:off x="1644024" y="2641689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5A400E-83C2-45EF-9862-455831A50610}">
      <dsp:nvSpPr>
        <dsp:cNvPr id="0" name=""/>
        <dsp:cNvSpPr/>
      </dsp:nvSpPr>
      <dsp:spPr>
        <a:xfrm>
          <a:off x="2329734" y="2641689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E14FB7-46F3-46AF-8DEA-619479413076}">
      <dsp:nvSpPr>
        <dsp:cNvPr id="0" name=""/>
        <dsp:cNvSpPr/>
      </dsp:nvSpPr>
      <dsp:spPr>
        <a:xfrm>
          <a:off x="3015444" y="2641689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8016F6-93C4-47BC-98E6-A489F6707EDC}">
      <dsp:nvSpPr>
        <dsp:cNvPr id="0" name=""/>
        <dsp:cNvSpPr/>
      </dsp:nvSpPr>
      <dsp:spPr>
        <a:xfrm>
          <a:off x="3701154" y="2641689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37BFE8-D3FE-4717-B78D-8D7C07890387}">
      <dsp:nvSpPr>
        <dsp:cNvPr id="0" name=""/>
        <dsp:cNvSpPr/>
      </dsp:nvSpPr>
      <dsp:spPr>
        <a:xfrm>
          <a:off x="4386864" y="2641689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279BD6-6FA4-488B-A984-99DFE2A1901E}">
      <dsp:nvSpPr>
        <dsp:cNvPr id="0" name=""/>
        <dsp:cNvSpPr/>
      </dsp:nvSpPr>
      <dsp:spPr>
        <a:xfrm>
          <a:off x="272603" y="2835864"/>
          <a:ext cx="4859363" cy="441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latin typeface="+mj-lt"/>
            </a:rPr>
            <a:t>Taux de mortalité du a l’insalubrité de l’eau</a:t>
          </a:r>
        </a:p>
      </dsp:txBody>
      <dsp:txXfrm>
        <a:off x="272603" y="2835864"/>
        <a:ext cx="4859363" cy="441760"/>
      </dsp:txXfrm>
    </dsp:sp>
    <dsp:sp modelId="{BDADC854-E640-45E8-B8D4-AF9E66E058EB}">
      <dsp:nvSpPr>
        <dsp:cNvPr id="0" name=""/>
        <dsp:cNvSpPr/>
      </dsp:nvSpPr>
      <dsp:spPr>
        <a:xfrm>
          <a:off x="272603" y="3277625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37384C-83E2-46A9-A18B-5EAD2CE86274}">
      <dsp:nvSpPr>
        <dsp:cNvPr id="0" name=""/>
        <dsp:cNvSpPr/>
      </dsp:nvSpPr>
      <dsp:spPr>
        <a:xfrm>
          <a:off x="958313" y="3277625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A070CB-3ADA-4A59-B11B-DBB1550A2096}">
      <dsp:nvSpPr>
        <dsp:cNvPr id="0" name=""/>
        <dsp:cNvSpPr/>
      </dsp:nvSpPr>
      <dsp:spPr>
        <a:xfrm>
          <a:off x="1644024" y="3277625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E58CC7-B36E-4267-ACDB-FF5B08EFE599}">
      <dsp:nvSpPr>
        <dsp:cNvPr id="0" name=""/>
        <dsp:cNvSpPr/>
      </dsp:nvSpPr>
      <dsp:spPr>
        <a:xfrm>
          <a:off x="2329734" y="3277625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A2B7E1-BF59-4251-A59D-D9E10A09EA0A}">
      <dsp:nvSpPr>
        <dsp:cNvPr id="0" name=""/>
        <dsp:cNvSpPr/>
      </dsp:nvSpPr>
      <dsp:spPr>
        <a:xfrm>
          <a:off x="3015444" y="3277625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B6E69-3CC5-4F1E-A905-1DEEFBC8D359}">
      <dsp:nvSpPr>
        <dsp:cNvPr id="0" name=""/>
        <dsp:cNvSpPr/>
      </dsp:nvSpPr>
      <dsp:spPr>
        <a:xfrm>
          <a:off x="3701154" y="3277625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6147D3-4C90-436C-AE64-641B527E8C1E}">
      <dsp:nvSpPr>
        <dsp:cNvPr id="0" name=""/>
        <dsp:cNvSpPr/>
      </dsp:nvSpPr>
      <dsp:spPr>
        <a:xfrm>
          <a:off x="4386864" y="3277625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9DF67B-D64B-430B-BE49-2212BE5281A0}">
      <dsp:nvSpPr>
        <dsp:cNvPr id="0" name=""/>
        <dsp:cNvSpPr/>
      </dsp:nvSpPr>
      <dsp:spPr>
        <a:xfrm>
          <a:off x="272603" y="3471800"/>
          <a:ext cx="4859363" cy="441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b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latin typeface="+mj-lt"/>
            </a:rPr>
            <a:t>Indicateur de la moyenne d’accès a l’eau </a:t>
          </a:r>
        </a:p>
      </dsp:txBody>
      <dsp:txXfrm>
        <a:off x="272603" y="3471800"/>
        <a:ext cx="4859363" cy="441760"/>
      </dsp:txXfrm>
    </dsp:sp>
    <dsp:sp modelId="{52210EFF-C4E4-4AE3-8140-C7CED0B83D00}">
      <dsp:nvSpPr>
        <dsp:cNvPr id="0" name=""/>
        <dsp:cNvSpPr/>
      </dsp:nvSpPr>
      <dsp:spPr>
        <a:xfrm>
          <a:off x="272603" y="3913560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A48E8A-65ED-438A-8517-886BEE57ACF1}">
      <dsp:nvSpPr>
        <dsp:cNvPr id="0" name=""/>
        <dsp:cNvSpPr/>
      </dsp:nvSpPr>
      <dsp:spPr>
        <a:xfrm>
          <a:off x="958313" y="3913560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7269AE-142B-4C37-9118-7C768078EE3C}">
      <dsp:nvSpPr>
        <dsp:cNvPr id="0" name=""/>
        <dsp:cNvSpPr/>
      </dsp:nvSpPr>
      <dsp:spPr>
        <a:xfrm>
          <a:off x="1644024" y="3913560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CDEF75-F697-4014-B384-7F6D239F16B5}">
      <dsp:nvSpPr>
        <dsp:cNvPr id="0" name=""/>
        <dsp:cNvSpPr/>
      </dsp:nvSpPr>
      <dsp:spPr>
        <a:xfrm>
          <a:off x="2329734" y="3913560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B3D20F-04D7-4BD3-B5F4-4FEB6CABF53C}">
      <dsp:nvSpPr>
        <dsp:cNvPr id="0" name=""/>
        <dsp:cNvSpPr/>
      </dsp:nvSpPr>
      <dsp:spPr>
        <a:xfrm>
          <a:off x="3015444" y="3913560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9B857F-85E8-4E0B-BB42-EE826AB1E346}">
      <dsp:nvSpPr>
        <dsp:cNvPr id="0" name=""/>
        <dsp:cNvSpPr/>
      </dsp:nvSpPr>
      <dsp:spPr>
        <a:xfrm>
          <a:off x="3701154" y="3913560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A3B65-E969-426C-891B-45FE5ECD912F}">
      <dsp:nvSpPr>
        <dsp:cNvPr id="0" name=""/>
        <dsp:cNvSpPr/>
      </dsp:nvSpPr>
      <dsp:spPr>
        <a:xfrm>
          <a:off x="4386864" y="3913560"/>
          <a:ext cx="647915" cy="107985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9F7CB9-EA52-49A7-A9AF-4B61C13369EE}">
      <dsp:nvSpPr>
        <dsp:cNvPr id="0" name=""/>
        <dsp:cNvSpPr/>
      </dsp:nvSpPr>
      <dsp:spPr>
        <a:xfrm>
          <a:off x="378200" y="2081"/>
          <a:ext cx="4768242" cy="4334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Comprendre la stabilité politique dans le monde</a:t>
          </a:r>
        </a:p>
      </dsp:txBody>
      <dsp:txXfrm>
        <a:off x="378200" y="2081"/>
        <a:ext cx="4768242" cy="433476"/>
      </dsp:txXfrm>
    </dsp:sp>
    <dsp:sp modelId="{CB48F34F-0854-4B85-ACA6-C6ABE4642D6F}">
      <dsp:nvSpPr>
        <dsp:cNvPr id="0" name=""/>
        <dsp:cNvSpPr/>
      </dsp:nvSpPr>
      <dsp:spPr>
        <a:xfrm>
          <a:off x="378200" y="435557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C3104-5282-464E-BD20-00802798C721}">
      <dsp:nvSpPr>
        <dsp:cNvPr id="0" name=""/>
        <dsp:cNvSpPr/>
      </dsp:nvSpPr>
      <dsp:spPr>
        <a:xfrm>
          <a:off x="1051052" y="435557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8888EC-74DA-47B7-9DBD-FD3E4CF4C0E3}">
      <dsp:nvSpPr>
        <dsp:cNvPr id="0" name=""/>
        <dsp:cNvSpPr/>
      </dsp:nvSpPr>
      <dsp:spPr>
        <a:xfrm>
          <a:off x="1723904" y="435557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3E21B0-1679-421D-9421-DFC6706C52B5}">
      <dsp:nvSpPr>
        <dsp:cNvPr id="0" name=""/>
        <dsp:cNvSpPr/>
      </dsp:nvSpPr>
      <dsp:spPr>
        <a:xfrm>
          <a:off x="2396756" y="435557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4B1922-7035-4FB4-96D4-2B762C86CA0F}">
      <dsp:nvSpPr>
        <dsp:cNvPr id="0" name=""/>
        <dsp:cNvSpPr/>
      </dsp:nvSpPr>
      <dsp:spPr>
        <a:xfrm>
          <a:off x="3069608" y="435557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4EE8C3-0D31-4741-9ABF-9E02D161B8CE}">
      <dsp:nvSpPr>
        <dsp:cNvPr id="0" name=""/>
        <dsp:cNvSpPr/>
      </dsp:nvSpPr>
      <dsp:spPr>
        <a:xfrm>
          <a:off x="3742460" y="435557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B3AC8F-142B-42E2-A8F4-B9700F872920}">
      <dsp:nvSpPr>
        <dsp:cNvPr id="0" name=""/>
        <dsp:cNvSpPr/>
      </dsp:nvSpPr>
      <dsp:spPr>
        <a:xfrm>
          <a:off x="4415312" y="435557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0A433D-17DD-41CE-AEDD-6DC4D997FA87}">
      <dsp:nvSpPr>
        <dsp:cNvPr id="0" name=""/>
        <dsp:cNvSpPr/>
      </dsp:nvSpPr>
      <dsp:spPr>
        <a:xfrm>
          <a:off x="378200" y="623450"/>
          <a:ext cx="4768242" cy="4334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/>
            <a:t>Visuel de la densité de la population</a:t>
          </a:r>
        </a:p>
      </dsp:txBody>
      <dsp:txXfrm>
        <a:off x="378200" y="623450"/>
        <a:ext cx="4768242" cy="433476"/>
      </dsp:txXfrm>
    </dsp:sp>
    <dsp:sp modelId="{7C8F212C-07A0-49FA-86C4-76624BBA2E6A}">
      <dsp:nvSpPr>
        <dsp:cNvPr id="0" name=""/>
        <dsp:cNvSpPr/>
      </dsp:nvSpPr>
      <dsp:spPr>
        <a:xfrm>
          <a:off x="378200" y="1056927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ABF314-96FF-4E34-A91D-603F5D51467B}">
      <dsp:nvSpPr>
        <dsp:cNvPr id="0" name=""/>
        <dsp:cNvSpPr/>
      </dsp:nvSpPr>
      <dsp:spPr>
        <a:xfrm>
          <a:off x="1051052" y="1056927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6B5F95-C690-4E79-BF80-1DBF407C6480}">
      <dsp:nvSpPr>
        <dsp:cNvPr id="0" name=""/>
        <dsp:cNvSpPr/>
      </dsp:nvSpPr>
      <dsp:spPr>
        <a:xfrm>
          <a:off x="1723904" y="1056927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E47BE3-FB2A-47BE-8A48-C7EC9EC4B9A6}">
      <dsp:nvSpPr>
        <dsp:cNvPr id="0" name=""/>
        <dsp:cNvSpPr/>
      </dsp:nvSpPr>
      <dsp:spPr>
        <a:xfrm>
          <a:off x="2396756" y="1056927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9735B-B47D-42AC-9EB2-EB58C430AD80}">
      <dsp:nvSpPr>
        <dsp:cNvPr id="0" name=""/>
        <dsp:cNvSpPr/>
      </dsp:nvSpPr>
      <dsp:spPr>
        <a:xfrm>
          <a:off x="3069608" y="1056927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8A8A95-5E72-47FC-A18A-FF5985ACBDBE}">
      <dsp:nvSpPr>
        <dsp:cNvPr id="0" name=""/>
        <dsp:cNvSpPr/>
      </dsp:nvSpPr>
      <dsp:spPr>
        <a:xfrm>
          <a:off x="3742460" y="1056927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393D33-308D-4165-A85A-00EA55EDDDF4}">
      <dsp:nvSpPr>
        <dsp:cNvPr id="0" name=""/>
        <dsp:cNvSpPr/>
      </dsp:nvSpPr>
      <dsp:spPr>
        <a:xfrm>
          <a:off x="4415312" y="1056927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F4CB5-4AB1-4188-AFB3-C4B8051C1E95}">
      <dsp:nvSpPr>
        <dsp:cNvPr id="0" name=""/>
        <dsp:cNvSpPr/>
      </dsp:nvSpPr>
      <dsp:spPr>
        <a:xfrm>
          <a:off x="378200" y="1244820"/>
          <a:ext cx="4768242" cy="4334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/>
            <a:t>Part de la population par continent ayant accès des infrastructures d’eau potable</a:t>
          </a:r>
        </a:p>
      </dsp:txBody>
      <dsp:txXfrm>
        <a:off x="378200" y="1244820"/>
        <a:ext cx="4768242" cy="433476"/>
      </dsp:txXfrm>
    </dsp:sp>
    <dsp:sp modelId="{5380FFB4-E4FF-432E-83CE-01C5ED43589E}">
      <dsp:nvSpPr>
        <dsp:cNvPr id="0" name=""/>
        <dsp:cNvSpPr/>
      </dsp:nvSpPr>
      <dsp:spPr>
        <a:xfrm>
          <a:off x="378200" y="1678297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7BBB01-170B-47CE-8084-FC4809A0A483}">
      <dsp:nvSpPr>
        <dsp:cNvPr id="0" name=""/>
        <dsp:cNvSpPr/>
      </dsp:nvSpPr>
      <dsp:spPr>
        <a:xfrm>
          <a:off x="1051052" y="1678297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F74630-0DB4-4A1D-8596-57FB6C70D714}">
      <dsp:nvSpPr>
        <dsp:cNvPr id="0" name=""/>
        <dsp:cNvSpPr/>
      </dsp:nvSpPr>
      <dsp:spPr>
        <a:xfrm>
          <a:off x="1723904" y="1678297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4338EC-3E4D-4248-A8CD-478DFF6481F5}">
      <dsp:nvSpPr>
        <dsp:cNvPr id="0" name=""/>
        <dsp:cNvSpPr/>
      </dsp:nvSpPr>
      <dsp:spPr>
        <a:xfrm>
          <a:off x="2396756" y="1678297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C8A162-F2C7-4989-BC30-6732786AE4B7}">
      <dsp:nvSpPr>
        <dsp:cNvPr id="0" name=""/>
        <dsp:cNvSpPr/>
      </dsp:nvSpPr>
      <dsp:spPr>
        <a:xfrm>
          <a:off x="3069608" y="1678297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3A38A-AB1B-41E2-A46F-345981970265}">
      <dsp:nvSpPr>
        <dsp:cNvPr id="0" name=""/>
        <dsp:cNvSpPr/>
      </dsp:nvSpPr>
      <dsp:spPr>
        <a:xfrm>
          <a:off x="3742460" y="1678297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A475FA-2BFA-4D0A-B693-2D36139315D4}">
      <dsp:nvSpPr>
        <dsp:cNvPr id="0" name=""/>
        <dsp:cNvSpPr/>
      </dsp:nvSpPr>
      <dsp:spPr>
        <a:xfrm>
          <a:off x="4415312" y="1678297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9B93B5-FE35-469F-B72E-61BC88D17051}">
      <dsp:nvSpPr>
        <dsp:cNvPr id="0" name=""/>
        <dsp:cNvSpPr/>
      </dsp:nvSpPr>
      <dsp:spPr>
        <a:xfrm>
          <a:off x="378200" y="1866190"/>
          <a:ext cx="4768242" cy="4334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/>
            <a:t>Taux de mortalité due à l'insalubrité de l'eau par région</a:t>
          </a:r>
        </a:p>
      </dsp:txBody>
      <dsp:txXfrm>
        <a:off x="378200" y="1866190"/>
        <a:ext cx="4768242" cy="433476"/>
      </dsp:txXfrm>
    </dsp:sp>
    <dsp:sp modelId="{5EC2BCF7-B033-4B78-A1CD-0C4E642275CE}">
      <dsp:nvSpPr>
        <dsp:cNvPr id="0" name=""/>
        <dsp:cNvSpPr/>
      </dsp:nvSpPr>
      <dsp:spPr>
        <a:xfrm>
          <a:off x="378200" y="2299666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6026A2-8265-4BA4-8C72-87F0AF1370CB}">
      <dsp:nvSpPr>
        <dsp:cNvPr id="0" name=""/>
        <dsp:cNvSpPr/>
      </dsp:nvSpPr>
      <dsp:spPr>
        <a:xfrm>
          <a:off x="1051052" y="2299666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C05226-96CB-48A1-8669-C3B50676423A}">
      <dsp:nvSpPr>
        <dsp:cNvPr id="0" name=""/>
        <dsp:cNvSpPr/>
      </dsp:nvSpPr>
      <dsp:spPr>
        <a:xfrm>
          <a:off x="1723904" y="2299666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8243E8-A9B0-4902-9068-64E90D19C63F}">
      <dsp:nvSpPr>
        <dsp:cNvPr id="0" name=""/>
        <dsp:cNvSpPr/>
      </dsp:nvSpPr>
      <dsp:spPr>
        <a:xfrm>
          <a:off x="2396756" y="2299666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DBFE35-54DB-453E-856E-CEEE7FD8595C}">
      <dsp:nvSpPr>
        <dsp:cNvPr id="0" name=""/>
        <dsp:cNvSpPr/>
      </dsp:nvSpPr>
      <dsp:spPr>
        <a:xfrm>
          <a:off x="3069608" y="2299666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2A79F-6FD0-41A0-846B-0C4EA1266B1E}">
      <dsp:nvSpPr>
        <dsp:cNvPr id="0" name=""/>
        <dsp:cNvSpPr/>
      </dsp:nvSpPr>
      <dsp:spPr>
        <a:xfrm>
          <a:off x="3742460" y="2299666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BFCC67-E6A7-4C9B-9F7B-61C3725DCEDD}">
      <dsp:nvSpPr>
        <dsp:cNvPr id="0" name=""/>
        <dsp:cNvSpPr/>
      </dsp:nvSpPr>
      <dsp:spPr>
        <a:xfrm>
          <a:off x="4415312" y="2299666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C23D15-E2BA-428D-9340-C158FBF3A12E}">
      <dsp:nvSpPr>
        <dsp:cNvPr id="0" name=""/>
        <dsp:cNvSpPr/>
      </dsp:nvSpPr>
      <dsp:spPr>
        <a:xfrm>
          <a:off x="378200" y="2487559"/>
          <a:ext cx="4768242" cy="4334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Évolution du rapport entre l'accès à l'eau potable et l'instabilité politique et infrastructure d'eau</a:t>
          </a:r>
        </a:p>
      </dsp:txBody>
      <dsp:txXfrm>
        <a:off x="378200" y="2487559"/>
        <a:ext cx="4768242" cy="433476"/>
      </dsp:txXfrm>
    </dsp:sp>
    <dsp:sp modelId="{ACC833A2-426A-47B7-A815-2BC8F82BA9DD}">
      <dsp:nvSpPr>
        <dsp:cNvPr id="0" name=""/>
        <dsp:cNvSpPr/>
      </dsp:nvSpPr>
      <dsp:spPr>
        <a:xfrm>
          <a:off x="378200" y="2921036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1DEDD6-4DD2-473B-804E-4CBE8F4DD0F1}">
      <dsp:nvSpPr>
        <dsp:cNvPr id="0" name=""/>
        <dsp:cNvSpPr/>
      </dsp:nvSpPr>
      <dsp:spPr>
        <a:xfrm>
          <a:off x="1051052" y="2921036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172F1C-E551-496A-8BF3-FCCDE1F70131}">
      <dsp:nvSpPr>
        <dsp:cNvPr id="0" name=""/>
        <dsp:cNvSpPr/>
      </dsp:nvSpPr>
      <dsp:spPr>
        <a:xfrm>
          <a:off x="1723904" y="2921036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1DDA69-129B-4E07-82A5-34401ADA58A7}">
      <dsp:nvSpPr>
        <dsp:cNvPr id="0" name=""/>
        <dsp:cNvSpPr/>
      </dsp:nvSpPr>
      <dsp:spPr>
        <a:xfrm>
          <a:off x="2396756" y="2921036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835A44-BAF3-4706-BDA8-F6E7F1F5E7ED}">
      <dsp:nvSpPr>
        <dsp:cNvPr id="0" name=""/>
        <dsp:cNvSpPr/>
      </dsp:nvSpPr>
      <dsp:spPr>
        <a:xfrm>
          <a:off x="3069608" y="2921036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D40A89-2366-4A5D-A1ED-C0A739DED5BD}">
      <dsp:nvSpPr>
        <dsp:cNvPr id="0" name=""/>
        <dsp:cNvSpPr/>
      </dsp:nvSpPr>
      <dsp:spPr>
        <a:xfrm>
          <a:off x="3742460" y="2921036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A3D29-0913-4461-A517-379147DC7B27}">
      <dsp:nvSpPr>
        <dsp:cNvPr id="0" name=""/>
        <dsp:cNvSpPr/>
      </dsp:nvSpPr>
      <dsp:spPr>
        <a:xfrm>
          <a:off x="4415312" y="2921036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E21080-85AD-4539-8411-47A121E53DF8}">
      <dsp:nvSpPr>
        <dsp:cNvPr id="0" name=""/>
        <dsp:cNvSpPr/>
      </dsp:nvSpPr>
      <dsp:spPr>
        <a:xfrm>
          <a:off x="378200" y="3108929"/>
          <a:ext cx="4768242" cy="4334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/>
            <a:t>Évolution de la moyenne de la stabilité politique des régions</a:t>
          </a:r>
        </a:p>
      </dsp:txBody>
      <dsp:txXfrm>
        <a:off x="378200" y="3108929"/>
        <a:ext cx="4768242" cy="433476"/>
      </dsp:txXfrm>
    </dsp:sp>
    <dsp:sp modelId="{D998EFED-C113-49B3-B0BB-13A86C2D59DC}">
      <dsp:nvSpPr>
        <dsp:cNvPr id="0" name=""/>
        <dsp:cNvSpPr/>
      </dsp:nvSpPr>
      <dsp:spPr>
        <a:xfrm>
          <a:off x="378200" y="3542406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29A45D-F5A0-4A7F-9BCB-14B30D8F2F6C}">
      <dsp:nvSpPr>
        <dsp:cNvPr id="0" name=""/>
        <dsp:cNvSpPr/>
      </dsp:nvSpPr>
      <dsp:spPr>
        <a:xfrm>
          <a:off x="1051052" y="3542406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D6EA8F-8CB8-45E7-9CBE-F7BFE084D67D}">
      <dsp:nvSpPr>
        <dsp:cNvPr id="0" name=""/>
        <dsp:cNvSpPr/>
      </dsp:nvSpPr>
      <dsp:spPr>
        <a:xfrm>
          <a:off x="1723904" y="3542406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0A10E-7910-4174-91D6-A5A5F3CF5A6F}">
      <dsp:nvSpPr>
        <dsp:cNvPr id="0" name=""/>
        <dsp:cNvSpPr/>
      </dsp:nvSpPr>
      <dsp:spPr>
        <a:xfrm>
          <a:off x="2396756" y="3542406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749978-273B-4F46-A5F4-1118390750F3}">
      <dsp:nvSpPr>
        <dsp:cNvPr id="0" name=""/>
        <dsp:cNvSpPr/>
      </dsp:nvSpPr>
      <dsp:spPr>
        <a:xfrm>
          <a:off x="3069608" y="3542406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615A36-878F-477B-9BAF-EE45A4770534}">
      <dsp:nvSpPr>
        <dsp:cNvPr id="0" name=""/>
        <dsp:cNvSpPr/>
      </dsp:nvSpPr>
      <dsp:spPr>
        <a:xfrm>
          <a:off x="3742460" y="3542406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31DEEA-AA3F-472E-A9A5-B36C3A45762F}">
      <dsp:nvSpPr>
        <dsp:cNvPr id="0" name=""/>
        <dsp:cNvSpPr/>
      </dsp:nvSpPr>
      <dsp:spPr>
        <a:xfrm>
          <a:off x="4415312" y="3542406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38C57C-9DD4-4622-B07F-02B3F08248F8}">
      <dsp:nvSpPr>
        <dsp:cNvPr id="0" name=""/>
        <dsp:cNvSpPr/>
      </dsp:nvSpPr>
      <dsp:spPr>
        <a:xfrm>
          <a:off x="378200" y="3730299"/>
          <a:ext cx="4768242" cy="4334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Population totale et taux d'urbanisation</a:t>
          </a:r>
        </a:p>
      </dsp:txBody>
      <dsp:txXfrm>
        <a:off x="378200" y="3730299"/>
        <a:ext cx="4768242" cy="433476"/>
      </dsp:txXfrm>
    </dsp:sp>
    <dsp:sp modelId="{1CEC52DE-DC0B-467F-8133-C014393DBAE2}">
      <dsp:nvSpPr>
        <dsp:cNvPr id="0" name=""/>
        <dsp:cNvSpPr/>
      </dsp:nvSpPr>
      <dsp:spPr>
        <a:xfrm>
          <a:off x="378200" y="4163775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C1E11A-F34A-4E6D-BA36-A613EDBCAECA}">
      <dsp:nvSpPr>
        <dsp:cNvPr id="0" name=""/>
        <dsp:cNvSpPr/>
      </dsp:nvSpPr>
      <dsp:spPr>
        <a:xfrm>
          <a:off x="1051052" y="4163775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4C5A8A-BC47-4890-8C8D-54A224ED2F3A}">
      <dsp:nvSpPr>
        <dsp:cNvPr id="0" name=""/>
        <dsp:cNvSpPr/>
      </dsp:nvSpPr>
      <dsp:spPr>
        <a:xfrm>
          <a:off x="1723904" y="4163775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4B72F-978D-43DD-BA34-462554EB9DD0}">
      <dsp:nvSpPr>
        <dsp:cNvPr id="0" name=""/>
        <dsp:cNvSpPr/>
      </dsp:nvSpPr>
      <dsp:spPr>
        <a:xfrm>
          <a:off x="2396756" y="4163775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FC2A7-A35D-4B24-B6DA-F77CD49132DD}">
      <dsp:nvSpPr>
        <dsp:cNvPr id="0" name=""/>
        <dsp:cNvSpPr/>
      </dsp:nvSpPr>
      <dsp:spPr>
        <a:xfrm>
          <a:off x="3069608" y="4163775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8DE338-AA11-4AF1-81C3-96A493CC2D75}">
      <dsp:nvSpPr>
        <dsp:cNvPr id="0" name=""/>
        <dsp:cNvSpPr/>
      </dsp:nvSpPr>
      <dsp:spPr>
        <a:xfrm>
          <a:off x="3742460" y="4163775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05EBE7-7E45-4287-871B-CA90FD9BEBD1}">
      <dsp:nvSpPr>
        <dsp:cNvPr id="0" name=""/>
        <dsp:cNvSpPr/>
      </dsp:nvSpPr>
      <dsp:spPr>
        <a:xfrm>
          <a:off x="4415312" y="4163775"/>
          <a:ext cx="635765" cy="105960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88DD64-2BF8-4FD0-999A-BD56C15E8BBF}">
      <dsp:nvSpPr>
        <dsp:cNvPr id="0" name=""/>
        <dsp:cNvSpPr/>
      </dsp:nvSpPr>
      <dsp:spPr>
        <a:xfrm>
          <a:off x="261422" y="650746"/>
          <a:ext cx="4660052" cy="423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Identification des pays qui ont le plus besoin d’amélioration des services existants </a:t>
          </a:r>
        </a:p>
      </dsp:txBody>
      <dsp:txXfrm>
        <a:off x="261422" y="650746"/>
        <a:ext cx="4660052" cy="423641"/>
      </dsp:txXfrm>
    </dsp:sp>
    <dsp:sp modelId="{1BCEEFBF-1489-4B5E-A49B-FD4563ECE10C}">
      <dsp:nvSpPr>
        <dsp:cNvPr id="0" name=""/>
        <dsp:cNvSpPr/>
      </dsp:nvSpPr>
      <dsp:spPr>
        <a:xfrm>
          <a:off x="261422" y="1074387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97946B-2264-49B4-88D8-E7BD5FA0C92B}">
      <dsp:nvSpPr>
        <dsp:cNvPr id="0" name=""/>
        <dsp:cNvSpPr/>
      </dsp:nvSpPr>
      <dsp:spPr>
        <a:xfrm>
          <a:off x="919007" y="1074387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C7CD0A-0D31-4B4F-8493-6A931FB407B3}">
      <dsp:nvSpPr>
        <dsp:cNvPr id="0" name=""/>
        <dsp:cNvSpPr/>
      </dsp:nvSpPr>
      <dsp:spPr>
        <a:xfrm>
          <a:off x="1576593" y="1074387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7B345A-0578-4E9D-90BD-0F004484A5F9}">
      <dsp:nvSpPr>
        <dsp:cNvPr id="0" name=""/>
        <dsp:cNvSpPr/>
      </dsp:nvSpPr>
      <dsp:spPr>
        <a:xfrm>
          <a:off x="2234178" y="1074387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9CF26F-5155-45F7-AC47-B799272DA3FA}">
      <dsp:nvSpPr>
        <dsp:cNvPr id="0" name=""/>
        <dsp:cNvSpPr/>
      </dsp:nvSpPr>
      <dsp:spPr>
        <a:xfrm>
          <a:off x="2891763" y="1074387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F502AD-1ED3-4E23-ABB3-0151B1E3471C}">
      <dsp:nvSpPr>
        <dsp:cNvPr id="0" name=""/>
        <dsp:cNvSpPr/>
      </dsp:nvSpPr>
      <dsp:spPr>
        <a:xfrm>
          <a:off x="3549348" y="1074387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9B47A8-9F5B-4CF3-909F-7DFDCB476DFE}">
      <dsp:nvSpPr>
        <dsp:cNvPr id="0" name=""/>
        <dsp:cNvSpPr/>
      </dsp:nvSpPr>
      <dsp:spPr>
        <a:xfrm>
          <a:off x="4206934" y="1074387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07AE40-219F-45F5-B4AE-6C0F77B8604A}">
      <dsp:nvSpPr>
        <dsp:cNvPr id="0" name=""/>
        <dsp:cNvSpPr/>
      </dsp:nvSpPr>
      <dsp:spPr>
        <a:xfrm>
          <a:off x="261422" y="1277051"/>
          <a:ext cx="4660052" cy="423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Le taux d’accès à l’eau potable et le taux de population urbaine.</a:t>
          </a:r>
        </a:p>
      </dsp:txBody>
      <dsp:txXfrm>
        <a:off x="261422" y="1277051"/>
        <a:ext cx="4660052" cy="423641"/>
      </dsp:txXfrm>
    </dsp:sp>
    <dsp:sp modelId="{11D73362-D1DD-4735-9133-E0D604941CDC}">
      <dsp:nvSpPr>
        <dsp:cNvPr id="0" name=""/>
        <dsp:cNvSpPr/>
      </dsp:nvSpPr>
      <dsp:spPr>
        <a:xfrm>
          <a:off x="261422" y="1700692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57B0AF-1710-4367-9E98-931E003B4CD1}">
      <dsp:nvSpPr>
        <dsp:cNvPr id="0" name=""/>
        <dsp:cNvSpPr/>
      </dsp:nvSpPr>
      <dsp:spPr>
        <a:xfrm>
          <a:off x="919007" y="1700692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C0A434-2F9F-4224-93FB-7883E05D3D89}">
      <dsp:nvSpPr>
        <dsp:cNvPr id="0" name=""/>
        <dsp:cNvSpPr/>
      </dsp:nvSpPr>
      <dsp:spPr>
        <a:xfrm>
          <a:off x="1576593" y="1700692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EA781D-C790-47A2-B22C-45190E8D5013}">
      <dsp:nvSpPr>
        <dsp:cNvPr id="0" name=""/>
        <dsp:cNvSpPr/>
      </dsp:nvSpPr>
      <dsp:spPr>
        <a:xfrm>
          <a:off x="2234178" y="1700692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1FB116-4893-461A-9B9C-0EA8098AF643}">
      <dsp:nvSpPr>
        <dsp:cNvPr id="0" name=""/>
        <dsp:cNvSpPr/>
      </dsp:nvSpPr>
      <dsp:spPr>
        <a:xfrm>
          <a:off x="2891763" y="1700692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AD7C37-4A1E-4448-9AFB-C72CB4464D83}">
      <dsp:nvSpPr>
        <dsp:cNvPr id="0" name=""/>
        <dsp:cNvSpPr/>
      </dsp:nvSpPr>
      <dsp:spPr>
        <a:xfrm>
          <a:off x="3549348" y="1700692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E1335D-3FF3-46E0-8450-20E3B5BE748F}">
      <dsp:nvSpPr>
        <dsp:cNvPr id="0" name=""/>
        <dsp:cNvSpPr/>
      </dsp:nvSpPr>
      <dsp:spPr>
        <a:xfrm>
          <a:off x="4206934" y="1700692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B9BE58-92C1-4604-9BDE-CC72F46BC78B}">
      <dsp:nvSpPr>
        <dsp:cNvPr id="0" name=""/>
        <dsp:cNvSpPr/>
      </dsp:nvSpPr>
      <dsp:spPr>
        <a:xfrm>
          <a:off x="261422" y="1903356"/>
          <a:ext cx="4660052" cy="423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Les pays qui rencontrent des difficultés d’accès à l’eau potable</a:t>
          </a:r>
        </a:p>
      </dsp:txBody>
      <dsp:txXfrm>
        <a:off x="261422" y="1903356"/>
        <a:ext cx="4660052" cy="423641"/>
      </dsp:txXfrm>
    </dsp:sp>
    <dsp:sp modelId="{C8AA228C-E8BE-46E9-932B-E8B23F23AC05}">
      <dsp:nvSpPr>
        <dsp:cNvPr id="0" name=""/>
        <dsp:cNvSpPr/>
      </dsp:nvSpPr>
      <dsp:spPr>
        <a:xfrm>
          <a:off x="261422" y="2326998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DBAA02-120C-4130-8BE8-3086E4F89DB2}">
      <dsp:nvSpPr>
        <dsp:cNvPr id="0" name=""/>
        <dsp:cNvSpPr/>
      </dsp:nvSpPr>
      <dsp:spPr>
        <a:xfrm>
          <a:off x="919007" y="2326998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B68C5D-6A1A-44F7-BB33-D0C16DF63CDE}">
      <dsp:nvSpPr>
        <dsp:cNvPr id="0" name=""/>
        <dsp:cNvSpPr/>
      </dsp:nvSpPr>
      <dsp:spPr>
        <a:xfrm>
          <a:off x="1576593" y="2326998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0F8E3-7650-497C-8D88-7D3608016E3C}">
      <dsp:nvSpPr>
        <dsp:cNvPr id="0" name=""/>
        <dsp:cNvSpPr/>
      </dsp:nvSpPr>
      <dsp:spPr>
        <a:xfrm>
          <a:off x="2234178" y="2326998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56AC5F-73E0-4A64-A3D6-E14BFF02E0B0}">
      <dsp:nvSpPr>
        <dsp:cNvPr id="0" name=""/>
        <dsp:cNvSpPr/>
      </dsp:nvSpPr>
      <dsp:spPr>
        <a:xfrm>
          <a:off x="2891763" y="2326998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7DA2AD-1A53-4F18-9A37-6B02E375962B}">
      <dsp:nvSpPr>
        <dsp:cNvPr id="0" name=""/>
        <dsp:cNvSpPr/>
      </dsp:nvSpPr>
      <dsp:spPr>
        <a:xfrm>
          <a:off x="3549348" y="2326998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BE17E7-2790-493D-A95F-2692D1879232}">
      <dsp:nvSpPr>
        <dsp:cNvPr id="0" name=""/>
        <dsp:cNvSpPr/>
      </dsp:nvSpPr>
      <dsp:spPr>
        <a:xfrm>
          <a:off x="4206934" y="2326998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25F638-28D8-4D80-B011-BD741CAB3C9A}">
      <dsp:nvSpPr>
        <dsp:cNvPr id="0" name=""/>
        <dsp:cNvSpPr/>
      </dsp:nvSpPr>
      <dsp:spPr>
        <a:xfrm>
          <a:off x="261422" y="2529662"/>
          <a:ext cx="4660052" cy="423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Identification du taux de mortalité dû à de l’eau insalubre</a:t>
          </a:r>
        </a:p>
      </dsp:txBody>
      <dsp:txXfrm>
        <a:off x="261422" y="2529662"/>
        <a:ext cx="4660052" cy="423641"/>
      </dsp:txXfrm>
    </dsp:sp>
    <dsp:sp modelId="{33FA2EC3-C60B-48CD-8C55-3B56ABE6106E}">
      <dsp:nvSpPr>
        <dsp:cNvPr id="0" name=""/>
        <dsp:cNvSpPr/>
      </dsp:nvSpPr>
      <dsp:spPr>
        <a:xfrm>
          <a:off x="261422" y="2953303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A71A16-55A3-46BC-A2EC-44B99A21E572}">
      <dsp:nvSpPr>
        <dsp:cNvPr id="0" name=""/>
        <dsp:cNvSpPr/>
      </dsp:nvSpPr>
      <dsp:spPr>
        <a:xfrm>
          <a:off x="919007" y="2953303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333936-F6DA-4152-BB26-33CA900D6333}">
      <dsp:nvSpPr>
        <dsp:cNvPr id="0" name=""/>
        <dsp:cNvSpPr/>
      </dsp:nvSpPr>
      <dsp:spPr>
        <a:xfrm>
          <a:off x="1576593" y="2953303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CAFB0E-30DA-4755-ADC9-F4B1F092822C}">
      <dsp:nvSpPr>
        <dsp:cNvPr id="0" name=""/>
        <dsp:cNvSpPr/>
      </dsp:nvSpPr>
      <dsp:spPr>
        <a:xfrm>
          <a:off x="2234178" y="2953303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F0A5DB-24BF-444E-9999-2CCC863D95F4}">
      <dsp:nvSpPr>
        <dsp:cNvPr id="0" name=""/>
        <dsp:cNvSpPr/>
      </dsp:nvSpPr>
      <dsp:spPr>
        <a:xfrm>
          <a:off x="2891763" y="2953303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DEA601-7AFC-443C-880F-54FB5AE89B3A}">
      <dsp:nvSpPr>
        <dsp:cNvPr id="0" name=""/>
        <dsp:cNvSpPr/>
      </dsp:nvSpPr>
      <dsp:spPr>
        <a:xfrm>
          <a:off x="3549348" y="2953303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15A26C-A8D7-485E-940F-147B993D170C}">
      <dsp:nvSpPr>
        <dsp:cNvPr id="0" name=""/>
        <dsp:cNvSpPr/>
      </dsp:nvSpPr>
      <dsp:spPr>
        <a:xfrm>
          <a:off x="4206934" y="2953303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103346-3466-4C40-9319-10DDD86CF25D}">
      <dsp:nvSpPr>
        <dsp:cNvPr id="0" name=""/>
        <dsp:cNvSpPr/>
      </dsp:nvSpPr>
      <dsp:spPr>
        <a:xfrm>
          <a:off x="261422" y="3155967"/>
          <a:ext cx="4660052" cy="423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Taux d'accès à l’infrastructure et taux de mortalité dû à l'eau insalubre instabilité politique</a:t>
          </a:r>
        </a:p>
      </dsp:txBody>
      <dsp:txXfrm>
        <a:off x="261422" y="3155967"/>
        <a:ext cx="4660052" cy="423641"/>
      </dsp:txXfrm>
    </dsp:sp>
    <dsp:sp modelId="{3DA16E69-B777-4087-A7C7-78299198D740}">
      <dsp:nvSpPr>
        <dsp:cNvPr id="0" name=""/>
        <dsp:cNvSpPr/>
      </dsp:nvSpPr>
      <dsp:spPr>
        <a:xfrm>
          <a:off x="261422" y="3579608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E1AC8F-30EC-4C79-B38D-67090C617F95}">
      <dsp:nvSpPr>
        <dsp:cNvPr id="0" name=""/>
        <dsp:cNvSpPr/>
      </dsp:nvSpPr>
      <dsp:spPr>
        <a:xfrm>
          <a:off x="919007" y="3579608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F963C0-5194-446A-AFF4-8C2A23C647E2}">
      <dsp:nvSpPr>
        <dsp:cNvPr id="0" name=""/>
        <dsp:cNvSpPr/>
      </dsp:nvSpPr>
      <dsp:spPr>
        <a:xfrm>
          <a:off x="1576593" y="3579608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456BDE-3D8F-474B-97D6-826A209BD064}">
      <dsp:nvSpPr>
        <dsp:cNvPr id="0" name=""/>
        <dsp:cNvSpPr/>
      </dsp:nvSpPr>
      <dsp:spPr>
        <a:xfrm>
          <a:off x="2234178" y="3579608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B02B2-3A19-4AE4-89F4-180A94A6F840}">
      <dsp:nvSpPr>
        <dsp:cNvPr id="0" name=""/>
        <dsp:cNvSpPr/>
      </dsp:nvSpPr>
      <dsp:spPr>
        <a:xfrm>
          <a:off x="2891763" y="3579608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DA8834-1416-45D3-982A-D688C9FDBA38}">
      <dsp:nvSpPr>
        <dsp:cNvPr id="0" name=""/>
        <dsp:cNvSpPr/>
      </dsp:nvSpPr>
      <dsp:spPr>
        <a:xfrm>
          <a:off x="3549348" y="3579608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A6EE20-DA3C-465E-BF07-30BD7AF6F0F4}">
      <dsp:nvSpPr>
        <dsp:cNvPr id="0" name=""/>
        <dsp:cNvSpPr/>
      </dsp:nvSpPr>
      <dsp:spPr>
        <a:xfrm>
          <a:off x="4206934" y="3579608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0A9DFB-2229-4A71-8528-880C9681E9B2}">
      <dsp:nvSpPr>
        <dsp:cNvPr id="0" name=""/>
        <dsp:cNvSpPr/>
      </dsp:nvSpPr>
      <dsp:spPr>
        <a:xfrm>
          <a:off x="261422" y="3782272"/>
          <a:ext cx="4660052" cy="4236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Identification des pays qui ont le plus besoin d’amélioration des services existants : insalubrité des infrastructures.</a:t>
          </a:r>
        </a:p>
      </dsp:txBody>
      <dsp:txXfrm>
        <a:off x="261422" y="3782272"/>
        <a:ext cx="4660052" cy="423641"/>
      </dsp:txXfrm>
    </dsp:sp>
    <dsp:sp modelId="{5AC3CF0E-5CE3-4FE0-92A4-887FAA667D28}">
      <dsp:nvSpPr>
        <dsp:cNvPr id="0" name=""/>
        <dsp:cNvSpPr/>
      </dsp:nvSpPr>
      <dsp:spPr>
        <a:xfrm>
          <a:off x="261422" y="4205914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0C3933-F822-4D83-BEC5-529CE05C920D}">
      <dsp:nvSpPr>
        <dsp:cNvPr id="0" name=""/>
        <dsp:cNvSpPr/>
      </dsp:nvSpPr>
      <dsp:spPr>
        <a:xfrm>
          <a:off x="919007" y="4205914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90C8BB-26B8-4498-87DA-F7B483F2ECEE}">
      <dsp:nvSpPr>
        <dsp:cNvPr id="0" name=""/>
        <dsp:cNvSpPr/>
      </dsp:nvSpPr>
      <dsp:spPr>
        <a:xfrm>
          <a:off x="1576593" y="4205914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EBA39D-7358-48DE-A089-A0FA14884340}">
      <dsp:nvSpPr>
        <dsp:cNvPr id="0" name=""/>
        <dsp:cNvSpPr/>
      </dsp:nvSpPr>
      <dsp:spPr>
        <a:xfrm>
          <a:off x="2234178" y="4205914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2F6044-7F3A-45D3-A5BD-41FB93B64F4F}">
      <dsp:nvSpPr>
        <dsp:cNvPr id="0" name=""/>
        <dsp:cNvSpPr/>
      </dsp:nvSpPr>
      <dsp:spPr>
        <a:xfrm>
          <a:off x="2891763" y="4205914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0CBFA6-D84B-4506-A4A7-3F49068D6D9B}">
      <dsp:nvSpPr>
        <dsp:cNvPr id="0" name=""/>
        <dsp:cNvSpPr/>
      </dsp:nvSpPr>
      <dsp:spPr>
        <a:xfrm>
          <a:off x="3549348" y="4205914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C81215-E790-4773-A031-9FDA5F173D51}">
      <dsp:nvSpPr>
        <dsp:cNvPr id="0" name=""/>
        <dsp:cNvSpPr/>
      </dsp:nvSpPr>
      <dsp:spPr>
        <a:xfrm>
          <a:off x="4206934" y="4205914"/>
          <a:ext cx="621340" cy="103556"/>
        </a:xfrm>
        <a:prstGeom prst="parallelogram">
          <a:avLst>
            <a:gd name="adj" fmla="val 1408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AccentList">
  <dgm:title val=""/>
  <dgm:desc val=""/>
  <dgm:catLst>
    <dgm:cat type="list" pri="16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/>
      <dgm:chPref/>
      <dgm:dir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refType="primFontSz" refFor="des" refForName="childtext" op="gte"/>
      <dgm:constr type="w" for="ch" forName="composite" refType="w"/>
      <dgm:constr type="h" for="ch" forName="composite" refType="h"/>
      <dgm:constr type="w" for="ch" forName="parallelogramComposite" refType="w"/>
      <dgm:constr type="h" for="ch" forName="parallelogramComposite" refType="h"/>
      <dgm:constr type="w" for="ch" forName="parenttextcomposite" refType="w" fact="0.9"/>
      <dgm:constr type="h" for="ch" forName="parenttextcomposite" refType="h" fact="0.6"/>
      <dgm:constr type="h" for="ch" forName="sibTrans" refType="h" refFor="ch" refForName="composite" op="equ" fact="0.02"/>
      <dgm:constr type="h" for="ch" forName="sibTrans" op="equ"/>
    </dgm:constrLst>
    <dgm:forEach name="nodesForEach" axis="ch" ptType="node">
      <dgm:layoutNode name="parenttextcomposite">
        <dgm:alg type="composite">
          <dgm:param type="ar" val="11"/>
        </dgm:alg>
        <dgm:shape xmlns:r="http://schemas.openxmlformats.org/officeDocument/2006/relationships" r:blip="">
          <dgm:adjLst/>
        </dgm:shape>
        <dgm:constrLst>
          <dgm:constr type="h" for="ch" forName="parenttext" refType="h"/>
          <dgm:constr type="w" for="ch" forName="parenttext" refType="w"/>
        </dgm:constrLst>
        <dgm:layoutNode name="parenttext" styleLbl="revTx">
          <dgm:varLst>
            <dgm:chMax/>
            <dgm:chPref val="2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</dgm:alg>
            </dgm:if>
            <dgm:else name="Name6">
              <dgm:alg type="tx">
                <dgm:param type="parTxLTRAlign" val="r"/>
                <dgm:param type="txAnchorVert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choose name="Name7">
        <dgm:if name="Name8" axis="ch" ptType="node" func="cnt" op="gte" val="1">
          <dgm:layoutNode name="composite">
            <dgm:alg type="composite">
              <dgm:param type="ar" val="6"/>
            </dgm:alg>
            <dgm:shape xmlns:r="http://schemas.openxmlformats.org/officeDocument/2006/relationships" r:blip="">
              <dgm:adjLst/>
            </dgm:shape>
            <dgm:choose name="Name9">
              <dgm:if name="Name10" func="var" arg="dir" op="equ" val="norm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301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if>
              <dgm:else name="Name11">
                <dgm:constrLst>
                  <dgm:constr type="l" for="ch" forName="chevron1" refType="w" fact="0.0301"/>
                  <dgm:constr type="t" for="ch" forName="chevron1" refType="h" fact="0"/>
                  <dgm:constr type="w" for="ch" forName="chevron1" refType="w" fact="0.2106"/>
                  <dgm:constr type="h" for="ch" forName="chevron1" refType="h"/>
                  <dgm:constr type="l" for="ch" forName="chevron2" refType="w" fact="0.1566"/>
                  <dgm:constr type="t" for="ch" forName="chevron2" refType="h" fact="0"/>
                  <dgm:constr type="w" for="ch" forName="chevron2" refType="w" fact="0.2106"/>
                  <dgm:constr type="h" for="ch" forName="chevron2" refType="h"/>
                  <dgm:constr type="l" for="ch" forName="chevron3" refType="w" fact="0.2832"/>
                  <dgm:constr type="t" for="ch" forName="chevron3" refType="h" fact="0"/>
                  <dgm:constr type="w" for="ch" forName="chevron3" refType="w" fact="0.2106"/>
                  <dgm:constr type="h" for="ch" forName="chevron3" refType="h"/>
                  <dgm:constr type="l" for="ch" forName="chevron4" refType="w" fact="0.4097"/>
                  <dgm:constr type="t" for="ch" forName="chevron4" refType="h" fact="0"/>
                  <dgm:constr type="w" for="ch" forName="chevron4" refType="w" fact="0.2106"/>
                  <dgm:constr type="h" for="ch" forName="chevron4" refType="h"/>
                  <dgm:constr type="l" for="ch" forName="chevron5" refType="w" fact="0.5363"/>
                  <dgm:constr type="t" for="ch" forName="chevron5" refType="h" fact="0"/>
                  <dgm:constr type="w" for="ch" forName="chevron5" refType="w" fact="0.2106"/>
                  <dgm:constr type="h" for="ch" forName="chevron5" refType="h"/>
                  <dgm:constr type="l" for="ch" forName="chevron6" refType="w" fact="0.6628"/>
                  <dgm:constr type="t" for="ch" forName="chevron6" refType="h" fact="0"/>
                  <dgm:constr type="w" for="ch" forName="chevron6" refType="w" fact="0.2106"/>
                  <dgm:constr type="h" for="ch" forName="chevron6" refType="h"/>
                  <dgm:constr type="l" for="ch" forName="chevron7" refType="w" fact="0.7894"/>
                  <dgm:constr type="t" for="ch" forName="chevron7" refType="h" fact="0"/>
                  <dgm:constr type="w" for="ch" forName="chevron7" refType="w" fact="0.2106"/>
                  <dgm:constr type="h" for="ch" forName="chevron7" refType="h"/>
                  <dgm:constr type="l" for="ch" forName="childtext" refType="w" fact="0.0883"/>
                  <dgm:constr type="t" for="ch" forName="childtext" refType="h" fact="0.1"/>
                  <dgm:constr type="w" for="ch" forName="childtext" refType="w" fact="0.9117"/>
                  <dgm:constr type="h" for="ch" forName="childtext" refType="h" fact="0.8"/>
                </dgm:constrLst>
              </dgm:else>
            </dgm:choose>
            <dgm:ruleLst/>
            <dgm:layoutNode name="chevron1" styleLbl="alignNode1">
              <dgm:alg type="sp"/>
              <dgm:choose name="Name12">
                <dgm:if name="Name13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4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2" styleLbl="alignNode1">
              <dgm:alg type="sp"/>
              <dgm:choose name="Name15">
                <dgm:if name="Name16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17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3" styleLbl="alignNode1">
              <dgm:alg type="sp"/>
              <dgm:choose name="Name18">
                <dgm:if name="Name19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0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4" styleLbl="alignNode1">
              <dgm:alg type="sp"/>
              <dgm:choose name="Name21">
                <dgm:if name="Name22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3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5" styleLbl="alignNode1">
              <dgm:alg type="sp"/>
              <dgm:choose name="Name24">
                <dgm:if name="Name25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6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6" styleLbl="alignNode1">
              <dgm:alg type="sp"/>
              <dgm:choose name="Name27">
                <dgm:if name="Name28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29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evron7" styleLbl="alignNode1">
              <dgm:alg type="sp"/>
              <dgm:choose name="Name30">
                <dgm:if name="Name31" func="var" arg="dir" op="equ" val="norm">
                  <dgm:shape xmlns:r="http://schemas.openxmlformats.org/officeDocument/2006/relationships" type="chevron" r:blip="">
                    <dgm:adjLst>
                      <dgm:adj idx="1" val="0.7061"/>
                    </dgm:adjLst>
                  </dgm:shape>
                </dgm:if>
                <dgm:else name="Name32">
                  <dgm:shape xmlns:r="http://schemas.openxmlformats.org/officeDocument/2006/relationships" rot="180" type="chevron" r:blip="">
                    <dgm:adjLst>
                      <dgm:adj idx="1" val="0.7061"/>
                    </dgm:adjLst>
                  </dgm:shape>
                </dgm:else>
              </dgm:choose>
              <dgm:presOf/>
            </dgm:layoutNode>
            <dgm:layoutNode name="childtext" styleLbl="solidFgAcc1">
              <dgm:varLst>
                <dgm:chMax/>
                <dgm:chPref val="0"/>
                <dgm:bulletEnabled val="1"/>
              </dgm:varLst>
              <dgm:choose name="Name33">
                <dgm:if name="Name34" func="var" arg="dir" op="equ" val="norm">
                  <dgm:alg type="tx">
                    <dgm:param type="parTxLTRAlign" val="l"/>
                    <dgm:param type="txAnchorVertCh" val="t"/>
                  </dgm:alg>
                </dgm:if>
                <dgm:else name="Name35">
                  <dgm:alg type="tx">
                    <dgm:param type="parTxLTRAlign" val="r"/>
                    <dgm:param type="shpTxLTRAlignCh" val="r"/>
                    <dgm:param type="txAnchorVertCh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2"/>
                <dgm:constr type="rMarg" refType="primFontSz" fact="0.2"/>
                <dgm:constr type="tMarg" refType="primFontSz" fact="0.2"/>
                <dgm:constr type="bMarg" refType="primFontSz" fact="0.2"/>
              </dgm:constrLst>
              <dgm:ruleLst>
                <dgm:rule type="primFontSz" val="5" fact="NaN" max="NaN"/>
              </dgm:ruleLst>
            </dgm:layoutNode>
          </dgm:layoutNode>
        </dgm:if>
        <dgm:else name="Name36">
          <dgm:layoutNode name="parallelogramComposite">
            <dgm:alg type="composite">
              <dgm:param type="ar" val="50"/>
            </dgm:alg>
            <dgm:shape xmlns:r="http://schemas.openxmlformats.org/officeDocument/2006/relationships" r:blip="">
              <dgm:adjLst/>
            </dgm:shape>
            <dgm:constrLst>
              <dgm:constr type="l" for="ch" forName="parallelogram1" refType="w" fact="0"/>
              <dgm:constr type="t" for="ch" forName="parallelogram1" refType="h" fact="0"/>
              <dgm:constr type="w" for="ch" forName="parallelogram1" refType="w" fact="0.12"/>
              <dgm:constr type="h" for="ch" forName="parallelogram1" refType="h"/>
              <dgm:constr type="l" for="ch" forName="parallelogram2" refType="w" fact="0.127"/>
              <dgm:constr type="t" for="ch" forName="parallelogram2" refType="h" fact="0"/>
              <dgm:constr type="w" for="ch" forName="parallelogram2" refType="w" fact="0.12"/>
              <dgm:constr type="h" for="ch" forName="parallelogram2" refType="h"/>
              <dgm:constr type="l" for="ch" forName="parallelogram3" refType="w" fact="0.254"/>
              <dgm:constr type="t" for="ch" forName="parallelogram3" refType="h" fact="0"/>
              <dgm:constr type="w" for="ch" forName="parallelogram3" refType="w" fact="0.12"/>
              <dgm:constr type="h" for="ch" forName="parallelogram3" refType="h"/>
              <dgm:constr type="l" for="ch" forName="parallelogram4" refType="w" fact="0.381"/>
              <dgm:constr type="t" for="ch" forName="parallelogram4" refType="h" fact="0"/>
              <dgm:constr type="w" for="ch" forName="parallelogram4" refType="w" fact="0.12"/>
              <dgm:constr type="h" for="ch" forName="parallelogram4" refType="h"/>
              <dgm:constr type="l" for="ch" forName="parallelogram5" refType="w" fact="0.508"/>
              <dgm:constr type="t" for="ch" forName="parallelogram5" refType="h" fact="0"/>
              <dgm:constr type="w" for="ch" forName="parallelogram5" refType="w" fact="0.12"/>
              <dgm:constr type="h" for="ch" forName="parallelogram5" refType="h"/>
              <dgm:constr type="l" for="ch" forName="parallelogram6" refType="w" fact="0.635"/>
              <dgm:constr type="t" for="ch" forName="parallelogram6" refType="h" fact="0"/>
              <dgm:constr type="w" for="ch" forName="parallelogram6" refType="w" fact="0.12"/>
              <dgm:constr type="h" for="ch" forName="parallelogram6" refType="h"/>
              <dgm:constr type="l" for="ch" forName="parallelogram7" refType="w" fact="0.762"/>
              <dgm:constr type="t" for="ch" forName="parallelogram7" refType="h" fact="0"/>
              <dgm:constr type="w" for="ch" forName="parallelogram7" refType="w" fact="0.12"/>
              <dgm:constr type="h" for="ch" forName="parallelogram7" refType="h"/>
            </dgm:constrLst>
            <dgm:ruleLst/>
            <dgm:layoutNode name="parallelogram1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2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3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4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5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6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  <dgm:layoutNode name="parallelogram7" styleLbl="alignNode1">
              <dgm:alg type="sp"/>
              <dgm:shape xmlns:r="http://schemas.openxmlformats.org/officeDocument/2006/relationships" type="parallelogram" r:blip="">
                <dgm:adjLst>
                  <dgm:adj idx="1" val="1.4084"/>
                </dgm:adjLst>
              </dgm:shape>
              <dgm:presOf/>
            </dgm:layoutNode>
          </dgm:layoutNode>
        </dgm:else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D33619-AF39-41EF-AA83-7DDC44C0CD62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3141E8-A652-4EC9-953E-7EE6DCBCF9B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6686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Colonne </a:t>
            </a:r>
            <a:r>
              <a:rPr lang="fr-FR" dirty="0" err="1"/>
              <a:t>clee</a:t>
            </a:r>
            <a:r>
              <a:rPr lang="fr-FR" dirty="0"/>
              <a:t> </a:t>
            </a:r>
            <a:r>
              <a:rPr lang="fr-FR" dirty="0" err="1"/>
              <a:t>concatenation</a:t>
            </a:r>
            <a:r>
              <a:rPr lang="fr-FR" dirty="0"/>
              <a:t>, </a:t>
            </a:r>
            <a:r>
              <a:rPr lang="fr-FR" dirty="0" err="1"/>
              <a:t>apres</a:t>
            </a:r>
            <a:r>
              <a:rPr lang="fr-FR" dirty="0"/>
              <a:t> avoir </a:t>
            </a:r>
            <a:r>
              <a:rPr lang="fr-FR" dirty="0" err="1"/>
              <a:t>preparer</a:t>
            </a:r>
            <a:r>
              <a:rPr lang="fr-FR" dirty="0"/>
              <a:t> les données il a fallu </a:t>
            </a:r>
            <a:r>
              <a:rPr lang="fr-FR" dirty="0" err="1"/>
              <a:t>preparer</a:t>
            </a:r>
            <a:r>
              <a:rPr lang="fr-FR" dirty="0"/>
              <a:t> le visuel 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141E8-A652-4EC9-953E-7EE6DCBCF9B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5299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Trois vues monde </a:t>
            </a:r>
            <a:r>
              <a:rPr lang="fr-FR" dirty="0" err="1"/>
              <a:t>cont</a:t>
            </a:r>
            <a:r>
              <a:rPr lang="fr-FR" dirty="0"/>
              <a:t> </a:t>
            </a:r>
            <a:r>
              <a:rPr lang="fr-FR" dirty="0" err="1"/>
              <a:t>nationm</a:t>
            </a:r>
            <a:endParaRPr lang="fr-FR" dirty="0"/>
          </a:p>
          <a:p>
            <a:r>
              <a:rPr lang="fr-FR" dirty="0"/>
              <a:t>Évolution par filtre date et </a:t>
            </a:r>
            <a:r>
              <a:rPr lang="fr-FR" dirty="0" err="1"/>
              <a:t>stabilite</a:t>
            </a:r>
            <a:r>
              <a:rPr lang="fr-FR" dirty="0"/>
              <a:t> politique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141E8-A652-4EC9-953E-7EE6DCBCF9B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4529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3 ONGLETS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141E8-A652-4EC9-953E-7EE6DCBCF9B0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5093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7D3E893-B945-4BF4-A23C-654179F2BB31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1EE79-BA2C-445D-A16A-5E6A95E7FC15}" type="slidenum">
              <a:rPr lang="fr-FR" smtClean="0"/>
              <a:t>‹N°›</a:t>
            </a:fld>
            <a:endParaRPr lang="fr-F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762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E893-B945-4BF4-A23C-654179F2BB31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1EE79-BA2C-445D-A16A-5E6A95E7FC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879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E893-B945-4BF4-A23C-654179F2BB31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1EE79-BA2C-445D-A16A-5E6A95E7FC15}" type="slidenum">
              <a:rPr lang="fr-FR" smtClean="0"/>
              <a:t>‹N°›</a:t>
            </a:fld>
            <a:endParaRPr lang="fr-F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678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E893-B945-4BF4-A23C-654179F2BB31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1EE79-BA2C-445D-A16A-5E6A95E7FC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7711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E893-B945-4BF4-A23C-654179F2BB31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1EE79-BA2C-445D-A16A-5E6A95E7FC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0346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E893-B945-4BF4-A23C-654179F2BB31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1EE79-BA2C-445D-A16A-5E6A95E7FC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8027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E893-B945-4BF4-A23C-654179F2BB31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1EE79-BA2C-445D-A16A-5E6A95E7FC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5465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E893-B945-4BF4-A23C-654179F2BB31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1EE79-BA2C-445D-A16A-5E6A95E7FC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686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E893-B945-4BF4-A23C-654179F2BB31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1EE79-BA2C-445D-A16A-5E6A95E7FC15}" type="slidenum">
              <a:rPr lang="fr-FR" smtClean="0"/>
              <a:t>‹N°›</a:t>
            </a:fld>
            <a:endParaRPr lang="fr-FR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8502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E893-B945-4BF4-A23C-654179F2BB31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1EE79-BA2C-445D-A16A-5E6A95E7FC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2795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3E893-B945-4BF4-A23C-654179F2BB31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F1EE79-BA2C-445D-A16A-5E6A95E7FC15}" type="slidenum">
              <a:rPr lang="fr-FR" smtClean="0"/>
              <a:t>‹N°›</a:t>
            </a:fld>
            <a:endParaRPr lang="fr-FR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90092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27EADE-AB74-03A3-429B-8E115A98B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E66BBF7-0A3A-A81E-E847-206710C8D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E77C9B-2A4E-3E08-3840-10F2BE48E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D4DF-0B3D-49B8-A071-E8A5CD2FFB26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2D3C0C-DF4C-9D41-E291-F8172D3B6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1950DE-C1DC-1DFC-30F8-F76118AB1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466C-F959-41EF-9A31-A2312D069C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6028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DEAE5A-6870-98BF-374C-7711D6CB7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0FDDE0-D3A3-8AE5-416F-C4A707A6D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B387AD-2F86-4C8A-37E3-F1959B9F6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D4DF-0B3D-49B8-A071-E8A5CD2FFB26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EA59FB-382A-99F3-2A64-F381FFC4E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27A7BC-FE3E-3EC1-68FB-A9CD5852D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466C-F959-41EF-9A31-A2312D069C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49891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282485-45A5-04E2-1399-8A061C473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597C024-D07B-D019-A88E-BB4471F8E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BC2FE7-93DB-7A3A-ECDB-D0FE60503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D4DF-0B3D-49B8-A071-E8A5CD2FFB26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E835D3-4BA7-FA43-682E-A80AD6D9E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745014-613B-9D37-5BC1-25A050C2C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466C-F959-41EF-9A31-A2312D069C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39087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0A5174-BDC6-ADD0-0E64-8092AE055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F2CC7C-858A-04EC-3337-E376DC4681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40C5025-63A9-3C73-E968-D35704EB3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C71106-1D31-27DA-3CD6-338E5149C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D4DF-0B3D-49B8-A071-E8A5CD2FFB26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0D2998E-498D-698C-DC0E-841CF13B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0BCC4F-4A84-1148-3DED-B9FAD3AFC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466C-F959-41EF-9A31-A2312D069C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42969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66C43E-21B6-B175-B961-464D6F193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BAA8C4-C52C-6AA8-6F1B-0FB10211A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76DAD73-F7D3-69BD-5118-22339E629A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7975A64-DDED-DC3F-9F8F-8A12703CE6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A8366B7-B4BA-09AD-F434-E4E0B2B1D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69DF352-A0DC-0408-5E34-AFF77A66E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D4DF-0B3D-49B8-A071-E8A5CD2FFB26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F929C47-ABD5-9B6E-FE7E-4D6AE059C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BA42302-0265-D44D-01ED-DDE8CF413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466C-F959-41EF-9A31-A2312D069C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99256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A8549C-C8E0-FA6A-8F6D-EFE0C2C3A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DEBB941-1D8F-4236-50EC-0C029DCB1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D4DF-0B3D-49B8-A071-E8A5CD2FFB26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9E5F0EE-1B77-62B6-DB49-B1E59FCD1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49FBFEE-E5CE-C925-D50A-80F0C1EB4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466C-F959-41EF-9A31-A2312D069C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92779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4A05983-E95C-C4A2-F667-E6A0227C0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D4DF-0B3D-49B8-A071-E8A5CD2FFB26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D87A8E5-26BD-C93E-FD14-7AEC4A62A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E54A371-212E-0593-0C41-E902EE8B5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466C-F959-41EF-9A31-A2312D069C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41872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85427C-E8DD-3B74-584C-104D18B60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8C5A55-5920-61CA-F89C-B9CFAC4E4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BA30A60-53E6-031E-E1E2-D11C8ACF3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A831D0D-74C5-7B5B-8C67-4691802B6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D4DF-0B3D-49B8-A071-E8A5CD2FFB26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9559438-EE60-DF88-1F65-F1F86138C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F460A98-8451-2C4F-28F8-1ACAA640F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466C-F959-41EF-9A31-A2312D069C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94209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695AA6-5A1A-4126-93AA-C8F1AE38F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333FDA2-D066-55BF-9DF8-72038A024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C5A328F-DC46-4B36-6E0A-11442603E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1F0E54-3322-42CC-CB03-7D23332A3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D4DF-0B3D-49B8-A071-E8A5CD2FFB26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001DD8E-07AD-7E1E-3782-0275EB1DA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AE2BD15-5A89-2E9A-07C2-2F57A4DE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466C-F959-41EF-9A31-A2312D069C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87973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4003EC-A563-2C3B-AD8C-A77F58323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C175AD0-6AE6-BDA6-F27B-D37D0D3D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A67793-C65D-808B-8933-D498E33BE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D4DF-0B3D-49B8-A071-E8A5CD2FFB26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73433D-9C9D-1F12-03A0-6A9DB5B76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B4F82C-8E09-CAD5-03E9-235AD6BF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466C-F959-41EF-9A31-A2312D069C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09654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5651116-DA82-3899-875B-0120CE8CA7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B95E79E-7C5A-3497-2118-DE543378D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0ADC0D-CCA5-5E57-4584-C6006FDE0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3D4DF-0B3D-49B8-A071-E8A5CD2FFB26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0CBF72-35BD-2EE0-678A-9F69CCBE6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08DFCF-E49F-8BA6-52CC-65201E7E7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466C-F959-41EF-9A31-A2312D069C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976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7D3E893-B945-4BF4-A23C-654179F2BB31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EF1EE79-BA2C-445D-A16A-5E6A95E7FC15}" type="slidenum">
              <a:rPr lang="fr-FR" smtClean="0"/>
              <a:t>‹N°›</a:t>
            </a:fld>
            <a:endParaRPr lang="fr-FR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071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2711EB4-BFE7-C356-AED1-3B73FA259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6676750-BE82-7C6B-2560-CB669CC8F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FDAB5D-4802-4200-0883-A880ECF39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3D4DF-0B3D-49B8-A071-E8A5CD2FFB26}" type="datetimeFigureOut">
              <a:rPr lang="fr-FR" smtClean="0"/>
              <a:t>07/11/2025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FB03A4-A588-2E19-BC31-9517C0F6E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0D1699-D2DD-8F2B-19C9-CBD5A4E51B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3D466C-F959-41EF-9A31-A2312D069CE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4410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3.png"/><Relationship Id="rId7" Type="http://schemas.openxmlformats.org/officeDocument/2006/relationships/slide" Target="slide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7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" Target="slide9.xml"/><Relationship Id="rId7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slide" Target="slide10.xml"/><Relationship Id="rId5" Type="http://schemas.openxmlformats.org/officeDocument/2006/relationships/image" Target="../media/image10.png"/><Relationship Id="rId10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slide" Target="slide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5124E0-3788-02B1-9E17-107722EDE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4960137"/>
            <a:ext cx="8243455" cy="1463040"/>
          </a:xfrm>
        </p:spPr>
        <p:txBody>
          <a:bodyPr/>
          <a:lstStyle/>
          <a:p>
            <a:pPr algn="l"/>
            <a:r>
              <a:rPr lang="fr-FR" b="1" dirty="0"/>
              <a:t>Étude sur l’eau potable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1D470F1-0A96-5D10-D366-A8D67EB211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0872" y="4960137"/>
            <a:ext cx="2750127" cy="1463040"/>
          </a:xfrm>
        </p:spPr>
        <p:txBody>
          <a:bodyPr/>
          <a:lstStyle/>
          <a:p>
            <a:endParaRPr lang="fr-FR" dirty="0"/>
          </a:p>
          <a:p>
            <a:r>
              <a:rPr lang="fr-FR" b="1" dirty="0"/>
              <a:t>Data analyst </a:t>
            </a:r>
          </a:p>
          <a:p>
            <a:r>
              <a:rPr lang="fr-FR" b="1" dirty="0"/>
              <a:t>Aurélie CHAMEKH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B4CF557-CD21-6A24-3E00-2C40AB78E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9254"/>
            <a:ext cx="12181741" cy="496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376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668FA6-AAE4-4EB1-EAA8-A8F78520B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CONTEXTE</a:t>
            </a:r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002E7514-DF7D-AAFA-A3D8-858D476000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2684378"/>
              </p:ext>
            </p:extLst>
          </p:nvPr>
        </p:nvGraphicFramePr>
        <p:xfrm>
          <a:off x="5421746" y="649408"/>
          <a:ext cx="6487345" cy="3713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76A8CB5E-1B7D-B75E-219B-053CB7742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084832"/>
            <a:ext cx="3917327" cy="843095"/>
          </a:xfrm>
        </p:spPr>
        <p:txBody>
          <a:bodyPr>
            <a:normAutofit/>
          </a:bodyPr>
          <a:lstStyle/>
          <a:p>
            <a:r>
              <a:rPr lang="fr-FR" sz="2800" b="1" dirty="0"/>
              <a:t>Levée de fonds</a:t>
            </a:r>
          </a:p>
          <a:p>
            <a:endParaRPr lang="fr-FR" sz="2800" b="1" dirty="0"/>
          </a:p>
          <a:p>
            <a:endParaRPr lang="fr-FR" sz="2800" b="1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535A749-345E-7504-03DD-28E5E97BE0E7}"/>
              </a:ext>
            </a:extLst>
          </p:cNvPr>
          <p:cNvSpPr txBox="1"/>
          <p:nvPr/>
        </p:nvSpPr>
        <p:spPr>
          <a:xfrm>
            <a:off x="1024128" y="4278415"/>
            <a:ext cx="919941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Objectifs </a:t>
            </a:r>
            <a:r>
              <a:rPr lang="fr-FR" sz="28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identifier les pays qui rencontrent des difficultés d’accès à l’eau potable 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/>
              <a:t>identifier ceux pour lesquels concentrer nos efforts. </a:t>
            </a:r>
          </a:p>
        </p:txBody>
      </p:sp>
    </p:spTree>
    <p:extLst>
      <p:ext uri="{BB962C8B-B14F-4D97-AF65-F5344CB8AC3E}">
        <p14:creationId xmlns:p14="http://schemas.microsoft.com/office/powerpoint/2010/main" val="3103056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7" grpId="0" build="p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CD916C-DE95-E32C-82D8-F82937FE6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Préparation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4E7511-2E89-FF1E-1E66-61E2F7030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E96F7807-7DEA-5764-FA4C-3D0A77AA86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9597006"/>
              </p:ext>
            </p:extLst>
          </p:nvPr>
        </p:nvGraphicFramePr>
        <p:xfrm>
          <a:off x="2235200" y="1750815"/>
          <a:ext cx="8118764" cy="45219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63234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10E14B-9B10-0511-EC9B-E39548F06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Blueprint</a:t>
            </a:r>
            <a:endParaRPr lang="fr-FR" dirty="0"/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Zoom de résumé 4">
                <a:extLst>
                  <a:ext uri="{FF2B5EF4-FFF2-40B4-BE49-F238E27FC236}">
                    <a16:creationId xmlns:a16="http://schemas.microsoft.com/office/drawing/2014/main" id="{355F6809-C2B1-A24A-254A-9C3F599866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91413704"/>
                  </p:ext>
                </p:extLst>
              </p:nvPr>
            </p:nvGraphicFramePr>
            <p:xfrm>
              <a:off x="1023938" y="2286000"/>
              <a:ext cx="9720262" cy="4022725"/>
            </p:xfrm>
            <a:graphic>
              <a:graphicData uri="http://schemas.microsoft.com/office/powerpoint/2016/summaryzoom">
                <psuz:summaryZm>
                  <psuz:summaryZmObj sectionId="{FFFA9565-7ED2-4E10-AFB2-B1921C88FA65}" offsetFactorX="-49140" offsetFactorY="-7778">
                    <psuz:zmPr id="{C339EA26-0A56-4B35-9F99-4939E2254E6B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198" y="0"/>
                          <a:ext cx="3218179" cy="1810226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uz:zmPr>
                  </psuz:summaryZmObj>
                  <psuz:summaryZmObj sectionId="{39F95C64-EEAB-4806-B6B2-667C7E0B69C0}" offsetFactorX="49146" offsetFactorY="-7778">
                    <psuz:zmPr id="{D5D59A24-D439-47C8-81E2-F00E771214AE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502078" y="0"/>
                          <a:ext cx="3218179" cy="1810226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uz:zmPr>
                  </psuz:summaryZmObj>
                  <psuz:summaryZmObj sectionId="{744EFF71-B639-444C-8853-653D60DACB03}" offsetFactorX="51878" offsetFactorY="7778">
                    <psuz:zmPr id="{026B1A80-3490-4375-80AF-0EAF4C0CCE30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251138" y="2212499"/>
                          <a:ext cx="3218179" cy="1810226"/>
                        </a:xfrm>
                        <a:prstGeom prst="rect">
                          <a:avLst/>
                        </a:prstGeom>
                        <a:ln w="3175">
                          <a:noFill/>
                        </a:ln>
                        <a:effectLst>
                          <a:outerShdw blurRad="44450" dist="27940" dir="5400000" algn="ctr">
                            <a:srgbClr val="000000">
                              <a:alpha val="32000"/>
                            </a:srgbClr>
                          </a:outerShdw>
                        </a:effectLst>
                        <a:scene3d>
                          <a:camera prst="orthographicFront">
                            <a:rot lat="0" lon="0" rev="0"/>
                          </a:camera>
                          <a:lightRig rig="balanced" dir="t">
                            <a:rot lat="0" lon="0" rev="8700000"/>
                          </a:lightRig>
                        </a:scene3d>
                        <a:sp3d>
                          <a:bevelT w="190500" h="38100"/>
                        </a:sp3d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Zoom de résumé 4">
                <a:extLst>
                  <a:ext uri="{FF2B5EF4-FFF2-40B4-BE49-F238E27FC236}">
                    <a16:creationId xmlns:a16="http://schemas.microsoft.com/office/drawing/2014/main" id="{355F6809-C2B1-A24A-254A-9C3F59986629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1023938" y="2286000"/>
                <a:ext cx="9720262" cy="4022725"/>
                <a:chOff x="1023938" y="2286000"/>
                <a:chExt cx="9720262" cy="4022725"/>
              </a:xfrm>
            </p:grpSpPr>
            <p:pic>
              <p:nvPicPr>
                <p:cNvPr id="3" name="Image 3">
                  <a:hlinkClick r:id="rId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24136" y="2286000"/>
                  <a:ext cx="3218179" cy="1810226"/>
                </a:xfrm>
                <a:prstGeom prst="rect">
                  <a:avLst/>
                </a:prstGeom>
                <a:ln w="3175"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</p:pic>
            <p:pic>
              <p:nvPicPr>
                <p:cNvPr id="4" name="Image 4">
                  <a:hlinkClick r:id="rId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526016" y="2286000"/>
                  <a:ext cx="3218179" cy="1810226"/>
                </a:xfrm>
                <a:prstGeom prst="rect">
                  <a:avLst/>
                </a:prstGeom>
                <a:ln w="3175"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</p:pic>
            <p:pic>
              <p:nvPicPr>
                <p:cNvPr id="6" name="Image 6">
                  <a:hlinkClick r:id="rId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75076" y="4498499"/>
                  <a:ext cx="3218179" cy="1810226"/>
                </a:xfrm>
                <a:prstGeom prst="rect">
                  <a:avLst/>
                </a:prstGeom>
                <a:ln w="3175">
                  <a:noFill/>
                </a:ln>
                <a:effectLst>
                  <a:outerShdw blurRad="44450" dist="27940" dir="5400000" algn="ctr">
                    <a:srgbClr val="000000">
                      <a:alpha val="32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balanced" dir="t">
                    <a:rot lat="0" lon="0" rev="8700000"/>
                  </a:lightRig>
                </a:scene3d>
                <a:sp3d>
                  <a:bevelT w="190500" h="38100"/>
                </a:sp3d>
              </p:spPr>
            </p:pic>
          </p:grpSp>
        </mc:Fallback>
      </mc:AlternateContent>
      <p:sp>
        <p:nvSpPr>
          <p:cNvPr id="7" name="ZoneTexte 6">
            <a:extLst>
              <a:ext uri="{FF2B5EF4-FFF2-40B4-BE49-F238E27FC236}">
                <a16:creationId xmlns:a16="http://schemas.microsoft.com/office/drawing/2014/main" id="{D9142A97-FCF5-038C-CF20-77F614B7F0A3}"/>
              </a:ext>
            </a:extLst>
          </p:cNvPr>
          <p:cNvSpPr txBox="1"/>
          <p:nvPr/>
        </p:nvSpPr>
        <p:spPr>
          <a:xfrm>
            <a:off x="4248728" y="2454409"/>
            <a:ext cx="31773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400" b="1" dirty="0"/>
              <a:t>FILTRE DATE </a:t>
            </a:r>
          </a:p>
          <a:p>
            <a:pPr algn="ctr"/>
            <a:r>
              <a:rPr lang="fr-FR" sz="2400" b="1" dirty="0"/>
              <a:t>&amp; </a:t>
            </a:r>
          </a:p>
          <a:p>
            <a:pPr algn="ctr"/>
            <a:r>
              <a:rPr lang="fr-FR" sz="2400" b="1" dirty="0"/>
              <a:t>STABILITE POLITIQUE </a:t>
            </a:r>
          </a:p>
        </p:txBody>
      </p:sp>
    </p:spTree>
    <p:extLst>
      <p:ext uri="{BB962C8B-B14F-4D97-AF65-F5344CB8AC3E}">
        <p14:creationId xmlns:p14="http://schemas.microsoft.com/office/powerpoint/2010/main" val="1975707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A143FC-386C-AA73-51EF-41615BA51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Blueprint</a:t>
            </a:r>
            <a:r>
              <a:rPr lang="fr-FR" b="1" dirty="0"/>
              <a:t>  : </a:t>
            </a:r>
            <a:r>
              <a:rPr lang="fr-FR" b="1" dirty="0" err="1"/>
              <a:t>mONDE</a:t>
            </a:r>
            <a:endParaRPr lang="fr-FR" b="1" dirty="0"/>
          </a:p>
        </p:txBody>
      </p:sp>
      <p:graphicFrame>
        <p:nvGraphicFramePr>
          <p:cNvPr id="39" name="Espace réservé du contenu 38">
            <a:extLst>
              <a:ext uri="{FF2B5EF4-FFF2-40B4-BE49-F238E27FC236}">
                <a16:creationId xmlns:a16="http://schemas.microsoft.com/office/drawing/2014/main" id="{31C27BB4-C109-6A3D-2940-795D1D0A85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3216283"/>
              </p:ext>
            </p:extLst>
          </p:nvPr>
        </p:nvGraphicFramePr>
        <p:xfrm>
          <a:off x="691429" y="1653309"/>
          <a:ext cx="5404571" cy="43136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age 5">
            <a:extLst>
              <a:ext uri="{FF2B5EF4-FFF2-40B4-BE49-F238E27FC236}">
                <a16:creationId xmlns:a16="http://schemas.microsoft.com/office/drawing/2014/main" id="{79AF90D2-B05B-531D-BAC1-DB2A2BA798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820" y="1785257"/>
            <a:ext cx="5706562" cy="314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0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8AF791-E509-7754-6946-EE6FC535B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blueprint</a:t>
            </a:r>
            <a:r>
              <a:rPr lang="fr-FR" b="1" dirty="0"/>
              <a:t> : continent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8C476354-CF4D-67BE-FC48-DA48554646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9204596"/>
              </p:ext>
            </p:extLst>
          </p:nvPr>
        </p:nvGraphicFramePr>
        <p:xfrm>
          <a:off x="542400" y="1641764"/>
          <a:ext cx="5524644" cy="4271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651D99C0-6CBA-42CE-90C7-B515128922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1819564"/>
            <a:ext cx="5968145" cy="392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303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8745F6-83BD-3093-F8C3-77BD3C988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blueprint</a:t>
            </a:r>
            <a:r>
              <a:rPr lang="fr-FR" b="1" dirty="0"/>
              <a:t> : national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84B0B86A-85A6-39FF-2032-F85DAA4768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9941332"/>
              </p:ext>
            </p:extLst>
          </p:nvPr>
        </p:nvGraphicFramePr>
        <p:xfrm>
          <a:off x="1023939" y="1348509"/>
          <a:ext cx="5182898" cy="4960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Image 5">
            <a:extLst>
              <a:ext uri="{FF2B5EF4-FFF2-40B4-BE49-F238E27FC236}">
                <a16:creationId xmlns:a16="http://schemas.microsoft.com/office/drawing/2014/main" id="{922B6DB4-6BC6-0C49-F31E-163359645D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4215" y="1973292"/>
            <a:ext cx="5558253" cy="325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688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57D554-48D8-66F1-DA91-7E2CFD83A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056" y="268569"/>
            <a:ext cx="9720072" cy="1499616"/>
          </a:xfrm>
        </p:spPr>
        <p:txBody>
          <a:bodyPr/>
          <a:lstStyle/>
          <a:p>
            <a:r>
              <a:rPr lang="fr-FR" b="1" dirty="0"/>
              <a:t>Dashboard 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Zoom de diapositive 3">
                <a:extLst>
                  <a:ext uri="{FF2B5EF4-FFF2-40B4-BE49-F238E27FC236}">
                    <a16:creationId xmlns:a16="http://schemas.microsoft.com/office/drawing/2014/main" id="{58662E57-4AD4-E710-518A-7AE7619C37C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60317022"/>
                  </p:ext>
                </p:extLst>
              </p:nvPr>
            </p:nvGraphicFramePr>
            <p:xfrm>
              <a:off x="739001" y="1768185"/>
              <a:ext cx="3871146" cy="2177519"/>
            </p:xfrm>
            <a:graphic>
              <a:graphicData uri="http://schemas.microsoft.com/office/powerpoint/2016/slidezoom">
                <pslz:sldZm>
                  <pslz:sldZmObj sldId="259" cId="218210163">
                    <pslz:zmPr id="{3F9A54E2-E3C4-4E4C-A6B3-B64573DE6F67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871146" cy="217751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Zoom de diapositive 3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58662E57-4AD4-E710-518A-7AE7619C37C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9001" y="1768185"/>
                <a:ext cx="3871146" cy="217751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Zoom de diapositive 5">
                <a:extLst>
                  <a:ext uri="{FF2B5EF4-FFF2-40B4-BE49-F238E27FC236}">
                    <a16:creationId xmlns:a16="http://schemas.microsoft.com/office/drawing/2014/main" id="{75E2043A-5AE7-785E-49EB-F94AE521921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51746281"/>
                  </p:ext>
                </p:extLst>
              </p:nvPr>
            </p:nvGraphicFramePr>
            <p:xfrm>
              <a:off x="4285671" y="4211389"/>
              <a:ext cx="3871141" cy="2177517"/>
            </p:xfrm>
            <a:graphic>
              <a:graphicData uri="http://schemas.microsoft.com/office/powerpoint/2016/slidezoom">
                <pslz:sldZm>
                  <pslz:sldZmObj sldId="260" cId="4206729992">
                    <pslz:zmPr id="{5C3C83F4-DD3D-4FA9-BA0F-5E277E76BB15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871141" cy="217751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Zoom de diapositive 5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75E2043A-5AE7-785E-49EB-F94AE52192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85671" y="4211389"/>
                <a:ext cx="3871141" cy="217751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Zoom de diapositive 7">
                <a:extLst>
                  <a:ext uri="{FF2B5EF4-FFF2-40B4-BE49-F238E27FC236}">
                    <a16:creationId xmlns:a16="http://schemas.microsoft.com/office/drawing/2014/main" id="{7713B7BF-C100-6898-3BD3-9CB1057C45E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30818037"/>
                  </p:ext>
                </p:extLst>
              </p:nvPr>
            </p:nvGraphicFramePr>
            <p:xfrm>
              <a:off x="7619999" y="1853923"/>
              <a:ext cx="3871143" cy="2177518"/>
            </p:xfrm>
            <a:graphic>
              <a:graphicData uri="http://schemas.microsoft.com/office/powerpoint/2016/slidezoom">
                <pslz:sldZm>
                  <pslz:sldZmObj sldId="261" cId="3985172322">
                    <pslz:zmPr id="{F75AD2E3-A1E4-4AA2-9703-A3CF4C97E98C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871143" cy="217751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Zoom de diapositive 7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7713B7BF-C100-6898-3BD3-9CB1057C45E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19999" y="1853923"/>
                <a:ext cx="3871143" cy="2177518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9" name="ZoneTexte 8">
            <a:extLst>
              <a:ext uri="{FF2B5EF4-FFF2-40B4-BE49-F238E27FC236}">
                <a16:creationId xmlns:a16="http://schemas.microsoft.com/office/drawing/2014/main" id="{F2148D95-4AA9-5FBE-16E7-0434F61DB226}"/>
              </a:ext>
            </a:extLst>
          </p:cNvPr>
          <p:cNvSpPr txBox="1"/>
          <p:nvPr/>
        </p:nvSpPr>
        <p:spPr>
          <a:xfrm>
            <a:off x="1976674" y="3973020"/>
            <a:ext cx="1886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MONDE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17E93A2-DEFA-C036-EA4B-90C3671AC3DB}"/>
              </a:ext>
            </a:extLst>
          </p:cNvPr>
          <p:cNvSpPr txBox="1"/>
          <p:nvPr/>
        </p:nvSpPr>
        <p:spPr>
          <a:xfrm>
            <a:off x="8857670" y="4031441"/>
            <a:ext cx="1886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CONTINENT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1F3B95F-5677-29F1-BF21-7C99BB4CE5A2}"/>
              </a:ext>
            </a:extLst>
          </p:cNvPr>
          <p:cNvSpPr txBox="1"/>
          <p:nvPr/>
        </p:nvSpPr>
        <p:spPr>
          <a:xfrm>
            <a:off x="5570128" y="6384188"/>
            <a:ext cx="3768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NATIONAL</a:t>
            </a:r>
          </a:p>
        </p:txBody>
      </p:sp>
    </p:spTree>
    <p:extLst>
      <p:ext uri="{BB962C8B-B14F-4D97-AF65-F5344CB8AC3E}">
        <p14:creationId xmlns:p14="http://schemas.microsoft.com/office/powerpoint/2010/main" val="1297969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74A550-0794-D538-737F-3B99F84C4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Vue mondiale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E44B581-8250-6F10-2AAE-6538BF0B3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022"/>
            <a:ext cx="12192000" cy="67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10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1F39A1-548D-3188-4E37-ACE45E841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Vue continentale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CA0EB721-347B-3172-16F6-30B29DDB7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D6CB77F-BE9A-B45A-25F5-6B807A6B5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0" y="13811"/>
            <a:ext cx="12069859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729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74AE75-85C6-4621-DC0C-9B0AA2F2C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Vue nationale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A976C7-1F25-2AD0-0AE1-0099AA13A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C7D391E-5AD0-A874-D944-DF7972190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87"/>
            <a:ext cx="12192000" cy="683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1723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égral">
  <a:themeElements>
    <a:clrScheme name="Bleu chau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Verre givré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1690</TotalTime>
  <Words>344</Words>
  <Application>Microsoft Office PowerPoint</Application>
  <PresentationFormat>Grand écran</PresentationFormat>
  <Paragraphs>60</Paragraphs>
  <Slides>11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Tw Cen MT</vt:lpstr>
      <vt:lpstr>Wingdings 3</vt:lpstr>
      <vt:lpstr>Intégral</vt:lpstr>
      <vt:lpstr>Conception personnalisée</vt:lpstr>
      <vt:lpstr>Étude sur l’eau potable</vt:lpstr>
      <vt:lpstr>CONTEXTE</vt:lpstr>
      <vt:lpstr>Préparation des données</vt:lpstr>
      <vt:lpstr>Blueprint</vt:lpstr>
      <vt:lpstr>Blueprint  : mONDE</vt:lpstr>
      <vt:lpstr>blueprint : continent</vt:lpstr>
      <vt:lpstr>blueprint : national</vt:lpstr>
      <vt:lpstr>Dashboard </vt:lpstr>
      <vt:lpstr>Vue mondiale</vt:lpstr>
      <vt:lpstr>Vue continentale</vt:lpstr>
      <vt:lpstr>Vue nationale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Elodie CHAMEKH</dc:creator>
  <cp:lastModifiedBy>Elodie CHAMEKH</cp:lastModifiedBy>
  <cp:revision>14</cp:revision>
  <dcterms:created xsi:type="dcterms:W3CDTF">2025-10-21T16:21:33Z</dcterms:created>
  <dcterms:modified xsi:type="dcterms:W3CDTF">2025-11-07T08:17:30Z</dcterms:modified>
</cp:coreProperties>
</file>